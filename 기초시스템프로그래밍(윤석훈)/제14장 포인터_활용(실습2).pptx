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413" r:id="rId2"/>
    <p:sldId id="416" r:id="rId3"/>
    <p:sldId id="417" r:id="rId4"/>
    <p:sldId id="349" r:id="rId5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FF"/>
    <a:srgbClr val="EADCF4"/>
    <a:srgbClr val="B686DA"/>
    <a:srgbClr val="66CCFF"/>
    <a:srgbClr val="CCFFFF"/>
    <a:srgbClr val="BEE395"/>
    <a:srgbClr val="0000CC"/>
    <a:srgbClr val="FFB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7" autoAdjust="0"/>
    <p:restoredTop sz="94704" autoAdjust="0"/>
  </p:normalViewPr>
  <p:slideViewPr>
    <p:cSldViewPr>
      <p:cViewPr varScale="1">
        <p:scale>
          <a:sx n="153" d="100"/>
          <a:sy n="153" d="100"/>
        </p:scale>
        <p:origin x="192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클릭하여 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83DFF5B-D368-40E1-9469-7EDEE1E82968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282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C73CE75-8ADB-404C-9662-30FBC4160E50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308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2A191-E4A5-4E86-A895-290ED0E1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63DBB1-34CF-47C3-BE2B-4E03D84B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6F67BF-ED4C-41A0-B7EB-77E2D2552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D8029E-E5DF-4F0E-8857-70DB6E41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1E26E-7135-4249-ADF8-F8A154A8473C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C9F6DF7F-2F2C-4224-93B8-90E7D34A99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822960" indent="-457200"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457200"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485900" indent="-342900">
              <a:buFont typeface="+mj-lt"/>
              <a:buAutoNum type="arabicPeriod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943100" indent="-342900">
              <a:buFont typeface="+mj-lt"/>
              <a:buAutoNum type="arabicPeriod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7171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36F0EE0-D1E5-4B13-95A3-6FC1886E148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0477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BF11F608-571D-4B35-BA3B-27D27341EC9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640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C469746A-8CB5-49EE-A16F-40DE21E8EB01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0988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D7052FB-9641-4BBB-BD80-8256F771F329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0492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CE1876E-8B80-4F39-AD03-35CB2EBF6C19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259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7CDE8F7-62CE-4A22-B55E-5BECA9901C9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1185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D5386D66-938D-4DEF-9135-4F195E599D5A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3402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31D3C1-3FFB-4EF8-AD4B-033755FFAF7A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9172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04B338AC-3D1F-4340-923B-671E7CF9BAD0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67859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60475" y="381000"/>
            <a:ext cx="7654925" cy="571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333500"/>
            <a:ext cx="8212138" cy="4152900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1E26E-7135-4249-ADF8-F8A154A8473C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92377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B61E26E-7135-4249-ADF8-F8A154A8473C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418818" name="Picture 2" descr="Image result for java icon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4" y="339962"/>
            <a:ext cx="426171" cy="7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913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45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10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B8A08-3916-4E1A-926B-9DB33C65D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 </a:t>
            </a:r>
            <a:r>
              <a:rPr lang="en-US" altLang="ko-KR" dirty="0"/>
              <a:t>14</a:t>
            </a:r>
            <a:r>
              <a:rPr lang="ko-KR" altLang="en-US" dirty="0"/>
              <a:t>장 포인터 활용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227B60-13C7-40ED-AD49-983CA3E02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C07BA8-F121-45C7-B942-1436281A84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63" r="54355" b="24510"/>
          <a:stretch/>
        </p:blipFill>
        <p:spPr>
          <a:xfrm>
            <a:off x="2454612" y="1682024"/>
            <a:ext cx="3509682" cy="314842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4A04F333-F7F3-4D37-A588-44F5853268D2}"/>
              </a:ext>
            </a:extLst>
          </p:cNvPr>
          <p:cNvSpPr txBox="1">
            <a:spLocks/>
          </p:cNvSpPr>
          <p:nvPr/>
        </p:nvSpPr>
        <p:spPr>
          <a:xfrm>
            <a:off x="1853453" y="813586"/>
            <a:ext cx="4932829" cy="685801"/>
          </a:xfrm>
          <a:prstGeom prst="rect">
            <a:avLst/>
          </a:prstGeom>
          <a:ln>
            <a:noFill/>
          </a:ln>
        </p:spPr>
        <p:txBody>
          <a:bodyPr vert="horz" anchor="b">
            <a:normAutofit fontScale="92500"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dirty="0">
                <a:solidFill>
                  <a:srgbClr val="FFFF00"/>
                </a:solidFill>
              </a:rPr>
              <a:t>C</a:t>
            </a:r>
            <a:r>
              <a:rPr lang="ko-KR" altLang="en-US" dirty="0">
                <a:solidFill>
                  <a:srgbClr val="FFFF00"/>
                </a:solidFill>
              </a:rPr>
              <a:t> 언어 </a:t>
            </a:r>
            <a:r>
              <a:rPr lang="en-US" altLang="ko-KR" dirty="0">
                <a:solidFill>
                  <a:srgbClr val="FFFF00"/>
                </a:solidFill>
              </a:rPr>
              <a:t>Express(</a:t>
            </a:r>
            <a:r>
              <a:rPr lang="ko-KR" altLang="en-US" dirty="0">
                <a:solidFill>
                  <a:srgbClr val="FFFF00"/>
                </a:solidFill>
              </a:rPr>
              <a:t>개정</a:t>
            </a:r>
            <a:r>
              <a:rPr lang="en-US" altLang="ko-KR" dirty="0">
                <a:solidFill>
                  <a:srgbClr val="FFFF00"/>
                </a:solidFill>
              </a:rPr>
              <a:t>3</a:t>
            </a:r>
            <a:r>
              <a:rPr lang="ko-KR" altLang="en-US" dirty="0">
                <a:solidFill>
                  <a:srgbClr val="FFFF00"/>
                </a:solidFill>
              </a:rPr>
              <a:t>판</a:t>
            </a:r>
            <a:r>
              <a:rPr lang="en-US" altLang="ko-KR" dirty="0">
                <a:solidFill>
                  <a:srgbClr val="FFFF00"/>
                </a:solidFill>
              </a:rPr>
              <a:t>)</a:t>
            </a:r>
            <a:endParaRPr lang="ko-KR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4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1 </a:t>
            </a:r>
            <a:endParaRPr lang="en-US" altLang="ko-KR" dirty="0"/>
          </a:p>
        </p:txBody>
      </p:sp>
      <p:sp>
        <p:nvSpPr>
          <p:cNvPr id="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r>
              <a:rPr lang="ko-KR" altLang="en-US" dirty="0" smtClean="0"/>
              <a:t>배열의 한 행의 분산을 구하는 프로그램을 </a:t>
            </a:r>
            <a:r>
              <a:rPr lang="ko-KR" altLang="en-US" dirty="0" err="1" smtClean="0"/>
              <a:t>완성하시오</a:t>
            </a:r>
            <a:r>
              <a:rPr lang="en-US" altLang="ko-KR" dirty="0" smtClean="0"/>
              <a:t>(main </a:t>
            </a:r>
            <a:r>
              <a:rPr lang="ko-KR" altLang="en-US" dirty="0" err="1" smtClean="0"/>
              <a:t>함수포함</a:t>
            </a:r>
            <a:r>
              <a:rPr lang="en-US" altLang="ko-KR" dirty="0" smtClean="0"/>
              <a:t>).</a:t>
            </a:r>
          </a:p>
          <a:p>
            <a:r>
              <a:rPr lang="en-US" altLang="ko-KR" dirty="0" smtClean="0"/>
              <a:t>for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while </a:t>
            </a:r>
            <a:r>
              <a:rPr lang="ko-KR" altLang="en-US" dirty="0" smtClean="0"/>
              <a:t>루프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루프내 포인터 연산 사용</a:t>
            </a:r>
            <a:r>
              <a:rPr lang="en-US" altLang="ko-KR" dirty="0" smtClean="0"/>
              <a:t>(</a:t>
            </a:r>
            <a:r>
              <a:rPr lang="ko-KR" altLang="en-US" dirty="0" smtClean="0"/>
              <a:t>배열 인덱스 사용 안됨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반복문</a:t>
            </a:r>
            <a:r>
              <a:rPr lang="ko-KR" altLang="en-US" dirty="0" smtClean="0"/>
              <a:t> 인덱스 사용 안됨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763689" y="3429000"/>
            <a:ext cx="3528391" cy="331236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solidFill>
                  <a:srgbClr val="0000FF"/>
                </a:solidFill>
                <a:latin typeface="Trebuchet MS" pitchFamily="34" charset="0"/>
              </a:rPr>
              <a:t>double</a:t>
            </a:r>
            <a:r>
              <a:rPr lang="en-US" altLang="en-US" sz="1200" dirty="0">
                <a:latin typeface="Trebuchet MS" pitchFamily="34" charset="0"/>
              </a:rPr>
              <a:t> </a:t>
            </a:r>
            <a:r>
              <a:rPr lang="en-US" altLang="en-US" sz="1200" dirty="0" err="1" smtClean="0">
                <a:latin typeface="Trebuchet MS" pitchFamily="34" charset="0"/>
              </a:rPr>
              <a:t>get_row_var</a:t>
            </a:r>
            <a:r>
              <a:rPr lang="en-US" altLang="en-US" sz="1200" dirty="0" smtClean="0">
                <a:latin typeface="Trebuchet MS" pitchFamily="34" charset="0"/>
              </a:rPr>
              <a:t>(</a:t>
            </a:r>
            <a:r>
              <a:rPr lang="en-US" altLang="en-US" sz="1200" dirty="0" err="1" smtClean="0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200" dirty="0" smtClean="0">
                <a:latin typeface="Trebuchet MS" pitchFamily="34" charset="0"/>
              </a:rPr>
              <a:t> </a:t>
            </a:r>
            <a:r>
              <a:rPr lang="en-US" altLang="en-US" sz="1200" dirty="0">
                <a:latin typeface="Trebuchet MS" pitchFamily="34" charset="0"/>
              </a:rPr>
              <a:t>m[][COLS], </a:t>
            </a:r>
            <a:r>
              <a:rPr lang="en-US" altLang="en-US" sz="12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200" dirty="0">
                <a:latin typeface="Trebuchet MS" pitchFamily="34" charset="0"/>
              </a:rPr>
              <a:t> r)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itchFamily="34" charset="0"/>
              </a:rPr>
              <a:t>	</a:t>
            </a:r>
            <a:r>
              <a:rPr lang="en-US" altLang="en-US" sz="12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200" dirty="0">
                <a:latin typeface="Trebuchet MS" pitchFamily="34" charset="0"/>
              </a:rPr>
              <a:t> *p, *</a:t>
            </a:r>
            <a:r>
              <a:rPr lang="en-US" altLang="en-US" sz="1200" dirty="0" err="1">
                <a:latin typeface="Trebuchet MS" pitchFamily="34" charset="0"/>
              </a:rPr>
              <a:t>endp</a:t>
            </a:r>
            <a:r>
              <a:rPr lang="en-US" altLang="en-US" sz="1200" dirty="0">
                <a:latin typeface="Trebuchet MS" pitchFamily="34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itchFamily="34" charset="0"/>
              </a:rPr>
              <a:t>	</a:t>
            </a:r>
            <a:r>
              <a:rPr lang="en-US" altLang="en-US" sz="1200" dirty="0">
                <a:solidFill>
                  <a:srgbClr val="0000FF"/>
                </a:solidFill>
                <a:latin typeface="Trebuchet MS" pitchFamily="34" charset="0"/>
              </a:rPr>
              <a:t>double</a:t>
            </a:r>
            <a:r>
              <a:rPr lang="en-US" altLang="en-US" sz="1200" dirty="0">
                <a:latin typeface="Trebuchet MS" pitchFamily="34" charset="0"/>
              </a:rPr>
              <a:t> </a:t>
            </a:r>
            <a:r>
              <a:rPr lang="en-US" altLang="en-US" sz="1200" dirty="0" smtClean="0">
                <a:latin typeface="Trebuchet MS" pitchFamily="34" charset="0"/>
              </a:rPr>
              <a:t>res </a:t>
            </a:r>
            <a:r>
              <a:rPr lang="en-US" altLang="en-US" sz="1200" dirty="0">
                <a:latin typeface="Trebuchet MS" pitchFamily="34" charset="0"/>
              </a:rPr>
              <a:t>= 0.0;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2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itchFamily="34" charset="0"/>
              </a:rPr>
              <a:t>	p = &amp;m[r][0];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itchFamily="34" charset="0"/>
              </a:rPr>
              <a:t>	</a:t>
            </a:r>
            <a:r>
              <a:rPr lang="en-US" altLang="en-US" sz="1200" dirty="0" err="1">
                <a:latin typeface="Trebuchet MS" pitchFamily="34" charset="0"/>
              </a:rPr>
              <a:t>endp</a:t>
            </a:r>
            <a:r>
              <a:rPr lang="en-US" altLang="en-US" sz="1200" dirty="0">
                <a:latin typeface="Trebuchet MS" pitchFamily="34" charset="0"/>
              </a:rPr>
              <a:t> = &amp;m[r][COLS];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2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itchFamily="34" charset="0"/>
              </a:rPr>
              <a:t>	</a:t>
            </a:r>
            <a:r>
              <a:rPr lang="en-US" altLang="en-US" sz="1200" dirty="0">
                <a:solidFill>
                  <a:srgbClr val="0000FF"/>
                </a:solidFill>
                <a:latin typeface="Trebuchet MS" pitchFamily="34" charset="0"/>
              </a:rPr>
              <a:t>while</a:t>
            </a:r>
            <a:r>
              <a:rPr lang="en-US" altLang="en-US" sz="1200" dirty="0">
                <a:latin typeface="Trebuchet MS" pitchFamily="34" charset="0"/>
              </a:rPr>
              <a:t>( p &lt; </a:t>
            </a:r>
            <a:r>
              <a:rPr lang="en-US" altLang="en-US" sz="1200" dirty="0" err="1">
                <a:latin typeface="Trebuchet MS" pitchFamily="34" charset="0"/>
              </a:rPr>
              <a:t>endp</a:t>
            </a:r>
            <a:r>
              <a:rPr lang="en-US" altLang="en-US" sz="1200" dirty="0">
                <a:latin typeface="Trebuchet MS" pitchFamily="34" charset="0"/>
              </a:rPr>
              <a:t> 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itchFamily="34" charset="0"/>
              </a:rPr>
              <a:t>		</a:t>
            </a:r>
            <a:r>
              <a:rPr lang="en-US" altLang="en-US" sz="1200" dirty="0" smtClean="0">
                <a:latin typeface="Trebuchet MS" pitchFamily="34" charset="0"/>
              </a:rPr>
              <a:t>res </a:t>
            </a:r>
            <a:r>
              <a:rPr lang="en-US" altLang="en-US" sz="1200" dirty="0">
                <a:latin typeface="Trebuchet MS" pitchFamily="34" charset="0"/>
              </a:rPr>
              <a:t>+= *p++;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2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itchFamily="34" charset="0"/>
              </a:rPr>
              <a:t>	</a:t>
            </a:r>
            <a:r>
              <a:rPr lang="en-US" altLang="en-US" sz="1200" dirty="0" smtClean="0">
                <a:latin typeface="Trebuchet MS" pitchFamily="34" charset="0"/>
              </a:rPr>
              <a:t>res </a:t>
            </a:r>
            <a:r>
              <a:rPr lang="en-US" altLang="en-US" sz="1200" dirty="0">
                <a:latin typeface="Trebuchet MS" pitchFamily="34" charset="0"/>
              </a:rPr>
              <a:t>/= COLS</a:t>
            </a:r>
            <a:r>
              <a:rPr lang="en-US" altLang="en-US" sz="1200" dirty="0" smtClean="0">
                <a:latin typeface="Trebuchet MS" pitchFamily="34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 smtClean="0">
                <a:latin typeface="Trebuchet MS" pitchFamily="34" charset="0"/>
              </a:rPr>
              <a:t>     …….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itchFamily="34" charset="0"/>
              </a:rPr>
              <a:t>	</a:t>
            </a:r>
            <a:r>
              <a:rPr lang="ko-KR" altLang="en-US" sz="1200" dirty="0" err="1" smtClean="0">
                <a:latin typeface="Trebuchet MS" pitchFamily="34" charset="0"/>
              </a:rPr>
              <a:t>이부분</a:t>
            </a:r>
            <a:r>
              <a:rPr lang="ko-KR" altLang="en-US" sz="1200" dirty="0" smtClean="0">
                <a:latin typeface="Trebuchet MS" pitchFamily="34" charset="0"/>
              </a:rPr>
              <a:t> 채우기</a:t>
            </a:r>
            <a:endParaRPr lang="en-US" altLang="ko-KR" sz="1200" dirty="0" smtClean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 smtClean="0">
                <a:latin typeface="Trebuchet MS" pitchFamily="34" charset="0"/>
              </a:rPr>
              <a:t>     ……</a:t>
            </a:r>
            <a:endParaRPr lang="en-US" altLang="en-US" sz="12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itchFamily="34" charset="0"/>
              </a:rPr>
              <a:t>	</a:t>
            </a:r>
            <a:r>
              <a:rPr lang="en-US" altLang="en-US" sz="1200" dirty="0">
                <a:solidFill>
                  <a:srgbClr val="0000FF"/>
                </a:solidFill>
                <a:latin typeface="Trebuchet MS" pitchFamily="34" charset="0"/>
              </a:rPr>
              <a:t>return</a:t>
            </a:r>
            <a:r>
              <a:rPr lang="en-US" altLang="en-US" sz="1200" dirty="0">
                <a:latin typeface="Trebuchet MS" pitchFamily="34" charset="0"/>
              </a:rPr>
              <a:t> </a:t>
            </a:r>
            <a:r>
              <a:rPr lang="en-US" altLang="en-US" sz="1200" dirty="0" smtClean="0">
                <a:latin typeface="Trebuchet MS" pitchFamily="34" charset="0"/>
              </a:rPr>
              <a:t>res;</a:t>
            </a:r>
            <a:endParaRPr lang="en-US" altLang="en-US" sz="12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itchFamily="34" charset="0"/>
              </a:rPr>
              <a:t>}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436096" y="3235432"/>
            <a:ext cx="30963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smtClean="0"/>
              <a:t>예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a[3][3] = 	{ {1,2,3},{4,5,6},{7,8,9} </a:t>
            </a:r>
            <a:r>
              <a:rPr lang="en-US" altLang="ko-KR" sz="1200" dirty="0" smtClean="0"/>
              <a:t>};</a:t>
            </a:r>
          </a:p>
          <a:p>
            <a:endParaRPr lang="en-US" altLang="ko-KR" sz="1200" dirty="0"/>
          </a:p>
          <a:p>
            <a:r>
              <a:rPr lang="ko-KR" altLang="en-US" sz="1200" dirty="0" smtClean="0"/>
              <a:t>의 첫번째 행의 분산은 </a:t>
            </a:r>
            <a:r>
              <a:rPr lang="en-US" altLang="ko-KR" sz="1200" dirty="0" smtClean="0"/>
              <a:t>0.666667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82275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2  </a:t>
            </a:r>
            <a:r>
              <a:rPr lang="ko-KR" altLang="en-US" dirty="0" err="1" smtClean="0"/>
              <a:t>함수포인터</a:t>
            </a:r>
            <a:r>
              <a:rPr lang="ko-KR" altLang="en-US" dirty="0" smtClean="0"/>
              <a:t> 배열</a:t>
            </a:r>
            <a:r>
              <a:rPr lang="en-US" altLang="ko-KR" dirty="0" smtClean="0"/>
              <a:t> </a:t>
            </a:r>
            <a:endParaRPr lang="en-US" altLang="ko-KR" dirty="0"/>
          </a:p>
        </p:txBody>
      </p:sp>
      <p:sp>
        <p:nvSpPr>
          <p:cNvPr id="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함수 포인터 </a:t>
            </a:r>
            <a:r>
              <a:rPr lang="ko-KR" altLang="en-US" dirty="0" smtClean="0"/>
              <a:t>배열을 선언하여 함수 </a:t>
            </a:r>
            <a:r>
              <a:rPr lang="en-US" altLang="ko-KR" dirty="0" smtClean="0"/>
              <a:t>6</a:t>
            </a:r>
            <a:r>
              <a:rPr lang="ko-KR" altLang="en-US" dirty="0" smtClean="0"/>
              <a:t>개</a:t>
            </a:r>
            <a:r>
              <a:rPr lang="en-US" altLang="ko-KR" dirty="0" smtClean="0"/>
              <a:t>(func1() ~ func6() )</a:t>
            </a:r>
            <a:r>
              <a:rPr lang="ko-KR" altLang="en-US" dirty="0" smtClean="0"/>
              <a:t>를 가리킴</a:t>
            </a:r>
            <a:endParaRPr lang="en-US" altLang="ko-KR" dirty="0" smtClean="0"/>
          </a:p>
          <a:p>
            <a:r>
              <a:rPr lang="ko-KR" altLang="en-US" dirty="0" smtClean="0"/>
              <a:t>각각의 함수는 하나의 실수를 인수로 받아  거듭제곱 연산 수행</a:t>
            </a:r>
            <a:endParaRPr lang="en-US" altLang="ko-KR" dirty="0" smtClean="0"/>
          </a:p>
          <a:p>
            <a:pPr marL="365760" lvl="1" indent="0">
              <a:buNone/>
            </a:pPr>
            <a:r>
              <a:rPr lang="en-US" altLang="ko-KR" dirty="0" smtClean="0"/>
              <a:t>func1 -&gt; </a:t>
            </a:r>
            <a:r>
              <a:rPr lang="ko-KR" altLang="en-US" dirty="0" err="1" smtClean="0"/>
              <a:t>입력값</a:t>
            </a:r>
            <a:r>
              <a:rPr lang="ko-KR" altLang="en-US" dirty="0" smtClean="0"/>
              <a:t> 그대로</a:t>
            </a:r>
            <a:r>
              <a:rPr lang="en-US" altLang="ko-KR" dirty="0" smtClean="0"/>
              <a:t>, func2 -&gt; 2</a:t>
            </a:r>
            <a:r>
              <a:rPr lang="ko-KR" altLang="en-US" dirty="0" smtClean="0"/>
              <a:t>제곱</a:t>
            </a:r>
            <a:r>
              <a:rPr lang="en-US" altLang="ko-KR" dirty="0" smtClean="0"/>
              <a:t>,… func3 -&gt; 6</a:t>
            </a:r>
            <a:r>
              <a:rPr lang="ko-KR" altLang="en-US" dirty="0" smtClean="0"/>
              <a:t>제곱 반환</a:t>
            </a:r>
            <a:endParaRPr lang="en-US" altLang="ko-KR" dirty="0" smtClean="0"/>
          </a:p>
          <a:p>
            <a:r>
              <a:rPr lang="ko-KR" altLang="en-US" dirty="0" smtClean="0"/>
              <a:t>사용자로 </a:t>
            </a:r>
            <a:r>
              <a:rPr lang="ko-KR" altLang="en-US" dirty="0" err="1" smtClean="0"/>
              <a:t>부터</a:t>
            </a:r>
            <a:r>
              <a:rPr lang="ko-KR" altLang="en-US" dirty="0" smtClean="0"/>
              <a:t> </a:t>
            </a:r>
            <a:r>
              <a:rPr lang="ko-KR" altLang="en-US" dirty="0" smtClean="0"/>
              <a:t>정수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</a:t>
            </a:r>
            <a:r>
              <a:rPr lang="en-US" altLang="ko-KR" dirty="0" smtClean="0"/>
              <a:t>(1~6 </a:t>
            </a:r>
            <a:r>
              <a:rPr lang="ko-KR" altLang="en-US" dirty="0" smtClean="0"/>
              <a:t>값</a:t>
            </a:r>
            <a:r>
              <a:rPr lang="en-US" altLang="ko-KR" dirty="0" smtClean="0"/>
              <a:t>)</a:t>
            </a:r>
            <a:r>
              <a:rPr lang="ko-KR" altLang="en-US" dirty="0" smtClean="0"/>
              <a:t>와  실수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 입력</a:t>
            </a:r>
            <a:endParaRPr lang="en-US" altLang="ko-KR" dirty="0" smtClean="0"/>
          </a:p>
          <a:p>
            <a:r>
              <a:rPr lang="ko-KR" altLang="en-US" dirty="0" smtClean="0"/>
              <a:t>정수 값을 이용하여 </a:t>
            </a:r>
            <a:r>
              <a:rPr lang="en-US" altLang="ko-KR" dirty="0" smtClean="0"/>
              <a:t>func1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func6</a:t>
            </a:r>
            <a:r>
              <a:rPr lang="ko-KR" altLang="en-US" dirty="0" smtClean="0"/>
              <a:t>중에 하나 실행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함수포인터</a:t>
            </a:r>
            <a:r>
              <a:rPr lang="ko-KR" altLang="en-US" dirty="0" smtClean="0"/>
              <a:t> 배열 이용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예시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정수 </a:t>
            </a:r>
            <a:r>
              <a:rPr lang="ko-KR" altLang="en-US" dirty="0" err="1" smtClean="0"/>
              <a:t>입력값</a:t>
            </a:r>
            <a:r>
              <a:rPr lang="ko-KR" altLang="en-US" dirty="0" smtClean="0"/>
              <a:t> </a:t>
            </a:r>
            <a:r>
              <a:rPr lang="en-US" altLang="ko-KR" dirty="0" smtClean="0"/>
              <a:t>1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배열</a:t>
            </a:r>
            <a:r>
              <a:rPr lang="en-US" altLang="ko-KR" dirty="0" smtClean="0">
                <a:sym typeface="Wingdings" panose="05000000000000000000" pitchFamily="2" charset="2"/>
              </a:rPr>
              <a:t>[0]</a:t>
            </a:r>
            <a:r>
              <a:rPr lang="ko-KR" altLang="en-US" dirty="0" smtClean="0">
                <a:sym typeface="Wingdings" panose="05000000000000000000" pitchFamily="2" charset="2"/>
              </a:rPr>
              <a:t>에 저장되어 있는 </a:t>
            </a:r>
            <a:r>
              <a:rPr lang="en-US" altLang="ko-KR" dirty="0" smtClean="0">
                <a:sym typeface="Wingdings" panose="05000000000000000000" pitchFamily="2" charset="2"/>
              </a:rPr>
              <a:t>func1() </a:t>
            </a:r>
            <a:r>
              <a:rPr lang="ko-KR" altLang="en-US" dirty="0" smtClean="0">
                <a:sym typeface="Wingdings" panose="05000000000000000000" pitchFamily="2" charset="2"/>
              </a:rPr>
              <a:t>함수 포인터를 이용하여 호출</a:t>
            </a:r>
            <a:endParaRPr lang="en-US" altLang="ko-KR" dirty="0" smtClean="0"/>
          </a:p>
          <a:p>
            <a:r>
              <a:rPr lang="ko-KR" altLang="en-US" dirty="0" smtClean="0"/>
              <a:t>결과 출력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예시</a:t>
            </a:r>
            <a:r>
              <a:rPr lang="en-US" altLang="ko-KR" dirty="0" smtClean="0"/>
              <a:t>) </a:t>
            </a:r>
            <a:r>
              <a:rPr lang="ko-KR" altLang="en-US" dirty="0" err="1" smtClean="0"/>
              <a:t>입력받은</a:t>
            </a:r>
            <a:r>
              <a:rPr lang="ko-KR" altLang="en-US" dirty="0" smtClean="0"/>
              <a:t> 값</a:t>
            </a:r>
            <a:r>
              <a:rPr lang="en-US" altLang="ko-KR" dirty="0" smtClean="0"/>
              <a:t>: </a:t>
            </a:r>
            <a:r>
              <a:rPr lang="en-US" altLang="ko-KR" dirty="0" smtClean="0"/>
              <a:t>2 3.0, </a:t>
            </a:r>
            <a:r>
              <a:rPr lang="en-US" altLang="ko-KR" dirty="0" smtClean="0"/>
              <a:t>func2</a:t>
            </a:r>
            <a:r>
              <a:rPr lang="ko-KR" altLang="en-US" dirty="0" err="1" smtClean="0"/>
              <a:t>함수호출됨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반환값</a:t>
            </a:r>
            <a:r>
              <a:rPr lang="en-US" altLang="ko-KR" dirty="0" smtClean="0"/>
              <a:t>: </a:t>
            </a:r>
            <a:r>
              <a:rPr lang="en-US" altLang="ko-KR" dirty="0" smtClean="0"/>
              <a:t>9.0 </a:t>
            </a:r>
            <a:r>
              <a:rPr lang="ko-KR" altLang="en-US" dirty="0" smtClean="0"/>
              <a:t>출력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다음 함수 사용가능</a:t>
            </a:r>
            <a:endParaRPr lang="en-US" dirty="0" smtClean="0"/>
          </a:p>
          <a:p>
            <a:r>
              <a:rPr lang="en-US" dirty="0" smtClean="0"/>
              <a:t>#</a:t>
            </a:r>
            <a:r>
              <a:rPr lang="en-US" dirty="0"/>
              <a:t>include &lt;</a:t>
            </a:r>
            <a:r>
              <a:rPr lang="en-US" dirty="0" err="1"/>
              <a:t>math.h</a:t>
            </a:r>
            <a:r>
              <a:rPr lang="en-US" dirty="0"/>
              <a:t>&gt;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double </a:t>
            </a:r>
            <a:r>
              <a:rPr lang="en-US" dirty="0"/>
              <a:t>pow(double</a:t>
            </a:r>
            <a:r>
              <a:rPr lang="en-US" dirty="0"/>
              <a:t> base</a:t>
            </a:r>
            <a:r>
              <a:rPr lang="en-US" dirty="0"/>
              <a:t>,</a:t>
            </a:r>
            <a:r>
              <a:rPr lang="en-US" dirty="0"/>
              <a:t> </a:t>
            </a:r>
            <a:r>
              <a:rPr lang="en-US" dirty="0"/>
              <a:t>double</a:t>
            </a:r>
            <a:r>
              <a:rPr lang="en-US" dirty="0"/>
              <a:t> exponent</a:t>
            </a:r>
            <a:r>
              <a:rPr lang="en-US" dirty="0" smtClean="0"/>
              <a:t>);</a:t>
            </a:r>
          </a:p>
          <a:p>
            <a:r>
              <a:rPr lang="ko-KR" altLang="en-US" dirty="0" smtClean="0"/>
              <a:t>컴파일 시 수학 라이브러리 지정</a:t>
            </a:r>
            <a:endParaRPr lang="fr-FR" dirty="0" smtClean="0"/>
          </a:p>
          <a:p>
            <a:pPr lvl="1"/>
            <a:r>
              <a:rPr lang="ko-KR" altLang="en-US" dirty="0" smtClean="0"/>
              <a:t>예</a:t>
            </a:r>
            <a:r>
              <a:rPr lang="en-US" altLang="ko-KR" dirty="0" smtClean="0"/>
              <a:t>: </a:t>
            </a:r>
            <a:r>
              <a:rPr lang="fr-FR" dirty="0" smtClean="0"/>
              <a:t>gcc </a:t>
            </a:r>
            <a:r>
              <a:rPr lang="fr-FR" dirty="0"/>
              <a:t>main.c -o main -lm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6522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475" y="371475"/>
            <a:ext cx="7623175" cy="5715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sz="3600"/>
              <a:t>Q &amp; A</a:t>
            </a:r>
          </a:p>
        </p:txBody>
      </p:sp>
      <p:pic>
        <p:nvPicPr>
          <p:cNvPr id="35843" name="Picture 3" descr="MCj0240699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 descr="MCj0416502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1770</TotalTime>
  <Words>280</Words>
  <Application>Microsoft Office PowerPoint</Application>
  <PresentationFormat>화면 슬라이드 쇼(4:3)</PresentationFormat>
  <Paragraphs>43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HY얕은샘물M</vt:lpstr>
      <vt:lpstr>굴림</vt:lpstr>
      <vt:lpstr>Arial</vt:lpstr>
      <vt:lpstr>Symbol</vt:lpstr>
      <vt:lpstr>Trebuchet MS</vt:lpstr>
      <vt:lpstr>Tw Cen MT</vt:lpstr>
      <vt:lpstr>Wingdings</vt:lpstr>
      <vt:lpstr>가을</vt:lpstr>
      <vt:lpstr>제 14장 포인터 활용</vt:lpstr>
      <vt:lpstr>Lab 1 </vt:lpstr>
      <vt:lpstr>Lab 2  함수포인터 배열 </vt:lpstr>
      <vt:lpstr>Q &amp; A</vt:lpstr>
    </vt:vector>
  </TitlesOfParts>
  <Company>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11장 포인터</dc:title>
  <dc:creator>web</dc:creator>
  <cp:lastModifiedBy>jdonam</cp:lastModifiedBy>
  <cp:revision>304</cp:revision>
  <dcterms:created xsi:type="dcterms:W3CDTF">2007-11-08T01:24:05Z</dcterms:created>
  <dcterms:modified xsi:type="dcterms:W3CDTF">2026-05-28T00:43:31Z</dcterms:modified>
</cp:coreProperties>
</file>