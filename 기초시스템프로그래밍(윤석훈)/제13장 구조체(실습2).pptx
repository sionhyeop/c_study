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413" r:id="rId2"/>
    <p:sldId id="397" r:id="rId3"/>
    <p:sldId id="400" r:id="rId4"/>
    <p:sldId id="401" r:id="rId5"/>
    <p:sldId id="414" r:id="rId6"/>
    <p:sldId id="415" r:id="rId7"/>
    <p:sldId id="416" r:id="rId8"/>
    <p:sldId id="417" r:id="rId9"/>
    <p:sldId id="392" r:id="rId10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B9FFB9"/>
    <a:srgbClr val="CCECFF"/>
    <a:srgbClr val="0000FF"/>
    <a:srgbClr val="CC99FF"/>
    <a:srgbClr val="AE4DFF"/>
    <a:srgbClr val="FF00FF"/>
    <a:srgbClr val="FFCC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64" autoAdjust="0"/>
    <p:restoredTop sz="95340" autoAdjust="0"/>
  </p:normalViewPr>
  <p:slideViewPr>
    <p:cSldViewPr>
      <p:cViewPr varScale="1">
        <p:scale>
          <a:sx n="154" d="100"/>
          <a:sy n="154" d="100"/>
        </p:scale>
        <p:origin x="1852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클릭하여 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B59A223-DE56-4C24-BCDB-D3044B3E54B6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3186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750BF3B-F14B-42B4-B363-E55F60ECBCE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349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17E4B-F92A-45EE-BAC6-1D60B6FEA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892F49-87ED-4060-8F47-DD692A9B5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A993E1-619A-49CF-8273-4376DB9DF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C6B05-8885-4527-B095-9D5022520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59E902-F5F1-4821-B52F-A3D3E2F99C4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A798EF6D-AF93-4BA9-84AF-4B168A057BF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822960" indent="-457200"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457200"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485900" indent="-342900">
              <a:buFont typeface="+mj-lt"/>
              <a:buAutoNum type="arabicPeriod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943100" indent="-342900">
              <a:buFont typeface="+mj-lt"/>
              <a:buAutoNum type="arabicPeriod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91530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22A18A8-4E71-4253-80C9-50DA6A088558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5028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5F5997D4-0AFC-450F-A14E-A3AD1B677950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46406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040C3CCD-59FC-450C-B8F2-13F11613F207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6721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8EC94AC-8BCA-41A2-AF50-3176252CFD7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6241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BE7357E-4510-4AF1-8DAB-F0AC425451A1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4956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4DCF7FE-E46E-47AA-BA4D-87AC7D9AEB2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12742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34B77549-45B2-4360-AAF8-DEA0AFBA4DB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10933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8205F4-EC33-4BC9-9967-2B356054EF7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3581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653B1787-A837-4D46-8430-F5F53DFA2FB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13770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60475" y="381000"/>
            <a:ext cx="7654925" cy="571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333500"/>
            <a:ext cx="8212138" cy="4152900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9E902-F5F1-4821-B52F-A3D3E2F99C4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681144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659E902-F5F1-4821-B52F-A3D3E2F99C4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418818" name="Picture 2" descr="Image result for java icon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4" y="339962"/>
            <a:ext cx="426171" cy="7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74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44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100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B8A08-3916-4E1A-926B-9DB33C65D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 </a:t>
            </a:r>
            <a:r>
              <a:rPr lang="en-US" altLang="ko-KR" dirty="0"/>
              <a:t>13</a:t>
            </a:r>
            <a:r>
              <a:rPr lang="ko-KR" altLang="en-US" dirty="0"/>
              <a:t>장 </a:t>
            </a:r>
            <a:r>
              <a:rPr lang="ko-KR" altLang="en-US" dirty="0" smtClean="0"/>
              <a:t>구조체 실습 </a:t>
            </a:r>
            <a:r>
              <a:rPr lang="en-US" altLang="ko-KR" dirty="0" smtClean="0"/>
              <a:t>II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227B60-13C7-40ED-AD49-983CA3E02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C07BA8-F121-45C7-B942-1436281A84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63" r="54355" b="24510"/>
          <a:stretch/>
        </p:blipFill>
        <p:spPr>
          <a:xfrm>
            <a:off x="2454612" y="1682024"/>
            <a:ext cx="3509682" cy="314842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4A04F333-F7F3-4D37-A588-44F5853268D2}"/>
              </a:ext>
            </a:extLst>
          </p:cNvPr>
          <p:cNvSpPr txBox="1">
            <a:spLocks/>
          </p:cNvSpPr>
          <p:nvPr/>
        </p:nvSpPr>
        <p:spPr>
          <a:xfrm>
            <a:off x="1853453" y="813586"/>
            <a:ext cx="4932829" cy="685801"/>
          </a:xfrm>
          <a:prstGeom prst="rect">
            <a:avLst/>
          </a:prstGeom>
          <a:ln>
            <a:noFill/>
          </a:ln>
        </p:spPr>
        <p:txBody>
          <a:bodyPr vert="horz" anchor="b">
            <a:normAutofit fontScale="92500"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dirty="0">
                <a:solidFill>
                  <a:srgbClr val="FFFF00"/>
                </a:solidFill>
              </a:rPr>
              <a:t>C</a:t>
            </a:r>
            <a:r>
              <a:rPr lang="ko-KR" altLang="en-US" dirty="0">
                <a:solidFill>
                  <a:srgbClr val="FFFF00"/>
                </a:solidFill>
              </a:rPr>
              <a:t> 언어 </a:t>
            </a:r>
            <a:r>
              <a:rPr lang="en-US" altLang="ko-KR" dirty="0" smtClean="0">
                <a:solidFill>
                  <a:srgbClr val="FFFF00"/>
                </a:solidFill>
              </a:rPr>
              <a:t>Express</a:t>
            </a:r>
            <a:endParaRPr lang="ko-KR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14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Lab 1: </a:t>
            </a:r>
            <a:r>
              <a:rPr lang="ko-KR" altLang="en-US" dirty="0" smtClean="0"/>
              <a:t>평점이 가장 높은 학생 찾기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smtClean="0"/>
              <a:t>평점이 가장 높은 학생을 찾아 학생 정보를 출력하는 </a:t>
            </a:r>
            <a:r>
              <a:rPr lang="ko-KR" altLang="en-US" dirty="0"/>
              <a:t>프로그램을 작성하여 보자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학생 리스트를 배열로 받아 함수 구현</a:t>
            </a:r>
            <a:r>
              <a:rPr lang="en-US" altLang="ko-KR" dirty="0" smtClean="0"/>
              <a:t>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E03BD7C3-724E-4BD9-8980-9955A1FAD57A}"/>
              </a:ext>
            </a:extLst>
          </p:cNvPr>
          <p:cNvGrpSpPr/>
          <p:nvPr/>
        </p:nvGrpSpPr>
        <p:grpSpPr>
          <a:xfrm>
            <a:off x="1012698" y="3286335"/>
            <a:ext cx="7753350" cy="1123529"/>
            <a:chOff x="5134366" y="777762"/>
            <a:chExt cx="3663880" cy="1199943"/>
          </a:xfrm>
        </p:grpSpPr>
        <p:pic>
          <p:nvPicPr>
            <p:cNvPr id="169" name="그림 168">
              <a:extLst>
                <a:ext uri="{FF2B5EF4-FFF2-40B4-BE49-F238E27FC236}">
                  <a16:creationId xmlns:a16="http://schemas.microsoft.com/office/drawing/2014/main" id="{7F19CBDC-207B-4EC2-B98F-11735325C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6678" y="1853465"/>
              <a:ext cx="890153" cy="124240"/>
            </a:xfrm>
            <a:prstGeom prst="rect">
              <a:avLst/>
            </a:prstGeom>
          </p:spPr>
        </p:pic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6B5A2621-D66B-456B-9DDA-E6BFC18E2C7D}"/>
                </a:ext>
              </a:extLst>
            </p:cNvPr>
            <p:cNvSpPr/>
            <p:nvPr/>
          </p:nvSpPr>
          <p:spPr>
            <a:xfrm>
              <a:off x="5134366" y="777762"/>
              <a:ext cx="3663880" cy="1075696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i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평점이 가장 높은 </a:t>
              </a:r>
              <a:r>
                <a:rPr lang="ko-KR" altLang="en-US" sz="1600" i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학생은 </a:t>
              </a:r>
              <a:r>
                <a:rPr lang="en-US" altLang="ko-KR" sz="1600" i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sz="1600" i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이름</a:t>
              </a:r>
              <a:r>
                <a:rPr lang="en-US" altLang="ko-KR" sz="1600" i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</a:t>
              </a:r>
              <a:r>
                <a:rPr lang="en-US" altLang="ko-KR" sz="1600" i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xxx, </a:t>
              </a:r>
              <a:r>
                <a:rPr lang="ko-KR" altLang="en-US" sz="1600" i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학</a:t>
              </a:r>
              <a:r>
                <a:rPr lang="ko-KR" altLang="en-US" sz="1600" i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번</a:t>
              </a:r>
              <a:r>
                <a:rPr lang="en-US" altLang="ko-KR" sz="1600" i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</a:t>
              </a:r>
              <a:r>
                <a:rPr lang="en-US" altLang="ko-KR" sz="1600" i="1" dirty="0" err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xxxx</a:t>
              </a:r>
              <a:r>
                <a:rPr lang="en-US" altLang="ko-KR" sz="1600" i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1600" i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점수</a:t>
              </a:r>
              <a:r>
                <a:rPr lang="en-US" altLang="ko-KR" sz="1600" i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</a:t>
              </a:r>
              <a:r>
                <a:rPr lang="en-US" altLang="ko-KR" sz="1600" i="1" dirty="0" err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xxxxx</a:t>
              </a:r>
              <a:r>
                <a:rPr lang="en-US" altLang="ko-KR" sz="1600" i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  <a:r>
                <a:rPr lang="ko-KR" altLang="en-US" sz="1600" i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입니다</a:t>
              </a:r>
              <a:r>
                <a:rPr lang="en-US" altLang="ko-KR" sz="1600" i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.</a:t>
              </a:r>
              <a:endParaRPr lang="ko-KR" altLang="en-US" sz="16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116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/>
              <a:t>소스 </a:t>
            </a:r>
            <a:r>
              <a:rPr lang="en-US" altLang="ko-KR" dirty="0" smtClean="0"/>
              <a:t>(</a:t>
            </a:r>
            <a:r>
              <a:rPr lang="ko-KR" altLang="en-US" dirty="0" smtClean="0"/>
              <a:t>빈 부분 채우기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755576" y="1700808"/>
            <a:ext cx="7777162" cy="4752527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sz="1200" dirty="0" smtClean="0"/>
              <a:t>…</a:t>
            </a:r>
          </a:p>
          <a:p>
            <a:endParaRPr lang="en-US" altLang="ko-KR" sz="1200" dirty="0"/>
          </a:p>
          <a:p>
            <a:r>
              <a:rPr lang="en-US" altLang="ko-KR" sz="1200" dirty="0" err="1" smtClean="0"/>
              <a:t>struct</a:t>
            </a:r>
            <a:r>
              <a:rPr lang="en-US" altLang="ko-KR" sz="1200" dirty="0" smtClean="0"/>
              <a:t> student{</a:t>
            </a:r>
            <a:endParaRPr lang="en-US" altLang="ko-KR" sz="1200" dirty="0"/>
          </a:p>
          <a:p>
            <a:r>
              <a:rPr lang="en-US" altLang="ko-KR" sz="1200" dirty="0" smtClean="0"/>
              <a:t>                …</a:t>
            </a:r>
            <a:endParaRPr lang="en-US" altLang="ko-KR" sz="1200" dirty="0"/>
          </a:p>
          <a:p>
            <a:r>
              <a:rPr lang="en-US" altLang="ko-KR" sz="1200" dirty="0"/>
              <a:t>};</a:t>
            </a:r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//</a:t>
            </a:r>
            <a:r>
              <a:rPr lang="ko-KR" altLang="en-US" sz="1200" dirty="0" smtClean="0"/>
              <a:t>배열로 인수 전달</a:t>
            </a:r>
            <a:endParaRPr lang="ko-KR" altLang="en-US" sz="1200" dirty="0"/>
          </a:p>
          <a:p>
            <a:r>
              <a:rPr lang="en-US" altLang="ko-KR" sz="1200" dirty="0" err="1"/>
              <a:t>struct</a:t>
            </a:r>
            <a:r>
              <a:rPr lang="en-US" altLang="ko-KR" sz="1200" dirty="0"/>
              <a:t> student </a:t>
            </a:r>
            <a:r>
              <a:rPr lang="en-US" altLang="ko-KR" sz="1200" dirty="0" err="1"/>
              <a:t>get_max_score</a:t>
            </a:r>
            <a:r>
              <a:rPr lang="en-US" altLang="ko-KR" sz="1200" dirty="0"/>
              <a:t>(</a:t>
            </a:r>
            <a:r>
              <a:rPr lang="en-US" altLang="ko-KR" sz="1200" dirty="0" err="1"/>
              <a:t>struct</a:t>
            </a:r>
            <a:r>
              <a:rPr lang="en-US" altLang="ko-KR" sz="1200" dirty="0"/>
              <a:t> student ls[], 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 size)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 smtClean="0"/>
              <a:t>	</a:t>
            </a:r>
            <a:r>
              <a:rPr lang="en-US" altLang="ko-KR" sz="1200" dirty="0" err="1" smtClean="0"/>
              <a:t>struct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student </a:t>
            </a:r>
            <a:r>
              <a:rPr lang="en-US" altLang="ko-KR" sz="1200" dirty="0" err="1"/>
              <a:t>best_student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 smtClean="0"/>
              <a:t>	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      …</a:t>
            </a:r>
          </a:p>
          <a:p>
            <a:endParaRPr lang="ko-KR" altLang="en-US" sz="1200" dirty="0"/>
          </a:p>
          <a:p>
            <a:r>
              <a:rPr lang="en-US" altLang="ko-KR" sz="1200" dirty="0"/>
              <a:t>}</a:t>
            </a:r>
            <a:endParaRPr lang="ko-KR" altLang="en-US" sz="1100" kern="0" dirty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0" y="2827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4" name="Rectangle 6"/>
          <p:cNvSpPr>
            <a:spLocks noChangeArrowheads="1"/>
          </p:cNvSpPr>
          <p:nvPr/>
        </p:nvSpPr>
        <p:spPr bwMode="auto">
          <a:xfrm>
            <a:off x="0" y="3194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6" name="Rectangle 8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0" y="2720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9" name="Rectangle 13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46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소스 </a:t>
            </a:r>
            <a:r>
              <a:rPr lang="en-US" altLang="ko-KR" dirty="0"/>
              <a:t>(</a:t>
            </a:r>
            <a:r>
              <a:rPr lang="ko-KR" altLang="en-US" dirty="0"/>
              <a:t>빈 부분 채우기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800767" y="1556792"/>
            <a:ext cx="7777162" cy="446449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 sz="1200" dirty="0"/>
          </a:p>
          <a:p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main(void)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 smtClean="0"/>
              <a:t>	</a:t>
            </a:r>
            <a:r>
              <a:rPr lang="en-US" altLang="ko-KR" sz="1200" dirty="0" err="1" smtClean="0"/>
              <a:t>struct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student </a:t>
            </a:r>
            <a:r>
              <a:rPr lang="en-US" altLang="ko-KR" sz="1200" dirty="0" err="1"/>
              <a:t>best_student</a:t>
            </a:r>
            <a:r>
              <a:rPr lang="en-US" altLang="ko-KR" sz="1200" dirty="0"/>
              <a:t>;</a:t>
            </a:r>
            <a:endParaRPr lang="en-US" altLang="ko-KR" sz="1200" dirty="0" smtClean="0"/>
          </a:p>
          <a:p>
            <a:r>
              <a:rPr lang="en-US" altLang="ko-KR" sz="1200" dirty="0" smtClean="0"/>
              <a:t>	</a:t>
            </a:r>
            <a:r>
              <a:rPr lang="en-US" altLang="ko-KR" sz="1200" dirty="0" err="1" smtClean="0"/>
              <a:t>struct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student list[] = {</a:t>
            </a:r>
          </a:p>
          <a:p>
            <a:r>
              <a:rPr lang="en-US" altLang="ko-KR" sz="1200" dirty="0"/>
              <a:t>	</a:t>
            </a:r>
            <a:r>
              <a:rPr lang="en-US" altLang="ko-KR" sz="1200" dirty="0" smtClean="0"/>
              <a:t>	{ </a:t>
            </a:r>
            <a:r>
              <a:rPr lang="en-US" altLang="ko-KR" sz="1200" dirty="0"/>
              <a:t>10001, "</a:t>
            </a:r>
            <a:r>
              <a:rPr lang="ko-KR" altLang="en-US" sz="1200" dirty="0"/>
              <a:t>스티브</a:t>
            </a:r>
            <a:r>
              <a:rPr lang="en-US" altLang="ko-KR" sz="1200" dirty="0"/>
              <a:t>", </a:t>
            </a:r>
            <a:r>
              <a:rPr lang="en-US" altLang="ko-KR" sz="1200" dirty="0" smtClean="0"/>
              <a:t>3.2 </a:t>
            </a:r>
            <a:r>
              <a:rPr lang="en-US" altLang="ko-KR" sz="1200" dirty="0"/>
              <a:t>}, </a:t>
            </a:r>
          </a:p>
          <a:p>
            <a:r>
              <a:rPr lang="en-US" altLang="ko-KR" sz="1200" dirty="0" smtClean="0"/>
              <a:t>	</a:t>
            </a:r>
            <a:r>
              <a:rPr lang="en-US" altLang="ko-KR" sz="1200" dirty="0"/>
              <a:t>	{ 10002, "</a:t>
            </a:r>
            <a:r>
              <a:rPr lang="ko-KR" altLang="en-US" sz="1200" dirty="0"/>
              <a:t>니콜라</a:t>
            </a:r>
            <a:r>
              <a:rPr lang="en-US" altLang="ko-KR" sz="1200" dirty="0"/>
              <a:t>", </a:t>
            </a:r>
            <a:r>
              <a:rPr lang="en-US" altLang="ko-KR" sz="1200" dirty="0" smtClean="0"/>
              <a:t>2.2 </a:t>
            </a:r>
            <a:r>
              <a:rPr lang="en-US" altLang="ko-KR" sz="1200" dirty="0"/>
              <a:t>},</a:t>
            </a:r>
          </a:p>
          <a:p>
            <a:r>
              <a:rPr lang="en-US" altLang="ko-KR" sz="1200" dirty="0"/>
              <a:t>	</a:t>
            </a:r>
            <a:r>
              <a:rPr lang="en-US" altLang="ko-KR" sz="1200" dirty="0" smtClean="0"/>
              <a:t>	{ </a:t>
            </a:r>
            <a:r>
              <a:rPr lang="en-US" altLang="ko-KR" sz="1200" dirty="0"/>
              <a:t>10003, "</a:t>
            </a:r>
            <a:r>
              <a:rPr lang="ko-KR" altLang="en-US" sz="1200" dirty="0" err="1"/>
              <a:t>저커버그</a:t>
            </a:r>
            <a:r>
              <a:rPr lang="en-US" altLang="ko-KR" sz="1200" dirty="0"/>
              <a:t>", </a:t>
            </a:r>
            <a:r>
              <a:rPr lang="en-US" altLang="ko-KR" sz="1200" dirty="0" smtClean="0"/>
              <a:t>3.9 </a:t>
            </a:r>
            <a:r>
              <a:rPr lang="en-US" altLang="ko-KR" sz="1200" dirty="0"/>
              <a:t>}</a:t>
            </a:r>
          </a:p>
          <a:p>
            <a:r>
              <a:rPr lang="en-US" altLang="ko-KR" sz="1200" dirty="0" smtClean="0"/>
              <a:t>	};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smtClean="0"/>
              <a:t>	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size = </a:t>
            </a:r>
            <a:r>
              <a:rPr lang="en-US" altLang="ko-KR" sz="1200" dirty="0" smtClean="0"/>
              <a:t>….   //size</a:t>
            </a:r>
            <a:r>
              <a:rPr lang="ko-KR" altLang="en-US" sz="1200" dirty="0" smtClean="0"/>
              <a:t>는 상수를 이용하여 초기화하지 말고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배열의 크기를 이용하여 </a:t>
            </a:r>
            <a:r>
              <a:rPr lang="ko-KR" altLang="en-US" sz="1200" dirty="0" err="1" smtClean="0"/>
              <a:t>계산해야함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/>
              <a:t>	</a:t>
            </a:r>
            <a:r>
              <a:rPr lang="en-US" altLang="ko-KR" sz="1200" dirty="0" smtClean="0"/>
              <a:t>//</a:t>
            </a:r>
            <a:r>
              <a:rPr lang="ko-KR" altLang="en-US" sz="1200" dirty="0" smtClean="0"/>
              <a:t>배열 이용하기</a:t>
            </a:r>
            <a:endParaRPr lang="ko-KR" altLang="en-US" sz="1200" dirty="0"/>
          </a:p>
          <a:p>
            <a:r>
              <a:rPr lang="en-US" altLang="ko-KR" sz="1200" dirty="0" smtClean="0"/>
              <a:t>	</a:t>
            </a:r>
            <a:r>
              <a:rPr lang="en-US" altLang="ko-KR" sz="1200" dirty="0" err="1"/>
              <a:t>best_student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get_max_score</a:t>
            </a:r>
            <a:r>
              <a:rPr lang="en-US" altLang="ko-KR" sz="1200" dirty="0"/>
              <a:t>(list, size);</a:t>
            </a:r>
            <a:endParaRPr lang="en-US" altLang="ko-KR" sz="1200" dirty="0" smtClean="0"/>
          </a:p>
          <a:p>
            <a:r>
              <a:rPr lang="en-US" altLang="ko-KR" sz="1200" dirty="0"/>
              <a:t>	</a:t>
            </a:r>
            <a:r>
              <a:rPr lang="en-US" altLang="ko-KR" sz="1200" dirty="0" err="1" smtClean="0"/>
              <a:t>printf</a:t>
            </a:r>
            <a:r>
              <a:rPr lang="en-US" altLang="ko-KR" sz="1200" dirty="0" smtClean="0"/>
              <a:t>(…); // </a:t>
            </a:r>
            <a:r>
              <a:rPr lang="ko-KR" altLang="en-US" sz="1200" smtClean="0"/>
              <a:t>가장 성적이 우수한 학생 정보 출력하기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smtClean="0"/>
              <a:t>}</a:t>
            </a:r>
            <a:endParaRPr lang="en-US" altLang="ko-KR" sz="1100" kern="0" dirty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0" y="2827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4" name="Rectangle 6"/>
          <p:cNvSpPr>
            <a:spLocks noChangeArrowheads="1"/>
          </p:cNvSpPr>
          <p:nvPr/>
        </p:nvSpPr>
        <p:spPr bwMode="auto">
          <a:xfrm>
            <a:off x="0" y="3194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6" name="Rectangle 8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0" y="2720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9" name="Rectangle 13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56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Lab 2: </a:t>
            </a:r>
            <a:r>
              <a:rPr lang="ko-KR" altLang="en-US" dirty="0"/>
              <a:t>평점이 가장 높은 학생 찾기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smtClean="0"/>
              <a:t>Lab1</a:t>
            </a:r>
            <a:r>
              <a:rPr lang="ko-KR" altLang="en-US" dirty="0" smtClean="0"/>
              <a:t>과 내용은 같지만 학생 정보를 포인터로 받아 함수 구현</a:t>
            </a:r>
            <a:r>
              <a:rPr lang="en-US" altLang="ko-KR" dirty="0" smtClean="0"/>
              <a:t> </a:t>
            </a:r>
            <a:endParaRPr lang="en-US" altLang="ko-KR" dirty="0" smtClean="0"/>
          </a:p>
          <a:p>
            <a:r>
              <a:rPr lang="ko-KR" altLang="en-US" dirty="0"/>
              <a:t>포인터 </a:t>
            </a:r>
            <a:r>
              <a:rPr lang="en-US" altLang="ko-KR" dirty="0"/>
              <a:t>++ </a:t>
            </a:r>
            <a:r>
              <a:rPr lang="ko-KR" altLang="en-US" dirty="0"/>
              <a:t>연산자 사용하기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5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소스 </a:t>
            </a:r>
            <a:r>
              <a:rPr lang="en-US" altLang="ko-KR" dirty="0"/>
              <a:t>(</a:t>
            </a:r>
            <a:r>
              <a:rPr lang="ko-KR" altLang="en-US" dirty="0"/>
              <a:t>빈 부분 채우기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800767" y="1556792"/>
            <a:ext cx="7777162" cy="446449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sz="1200" dirty="0" smtClean="0"/>
              <a:t>//</a:t>
            </a:r>
            <a:r>
              <a:rPr lang="ko-KR" altLang="en-US" sz="1200" dirty="0" smtClean="0"/>
              <a:t>포인터로 인수 전달</a:t>
            </a:r>
            <a:endParaRPr lang="en-US" altLang="ko-KR" sz="1200" dirty="0" smtClean="0"/>
          </a:p>
          <a:p>
            <a:r>
              <a:rPr lang="en-US" altLang="ko-KR" sz="1200" dirty="0" smtClean="0"/>
              <a:t>//</a:t>
            </a:r>
            <a:r>
              <a:rPr lang="ko-KR" altLang="en-US" sz="1200" dirty="0" smtClean="0"/>
              <a:t>이 함수는 배열 인덱스 사용하지 않고 구현하여야 함</a:t>
            </a:r>
            <a:endParaRPr lang="en-US" altLang="ko-KR" sz="1200" dirty="0"/>
          </a:p>
          <a:p>
            <a:r>
              <a:rPr lang="en-US" altLang="ko-KR" sz="1200" dirty="0" err="1" smtClean="0"/>
              <a:t>struct</a:t>
            </a:r>
            <a:r>
              <a:rPr lang="en-US" altLang="ko-KR" sz="1200" dirty="0" smtClean="0"/>
              <a:t> </a:t>
            </a:r>
            <a:r>
              <a:rPr lang="en-US" altLang="ko-KR" sz="1200" dirty="0" smtClean="0"/>
              <a:t>student </a:t>
            </a:r>
            <a:r>
              <a:rPr lang="en-US" altLang="ko-KR" sz="1200" dirty="0" smtClean="0"/>
              <a:t>get_max_score2(</a:t>
            </a:r>
            <a:r>
              <a:rPr lang="en-US" altLang="ko-KR" sz="1200" dirty="0" err="1" smtClean="0"/>
              <a:t>struct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student * ls, 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 size)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 smtClean="0"/>
              <a:t>	</a:t>
            </a:r>
            <a:r>
              <a:rPr lang="en-US" altLang="ko-KR" sz="1200" dirty="0" err="1" smtClean="0"/>
              <a:t>struct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student </a:t>
            </a:r>
            <a:r>
              <a:rPr lang="en-US" altLang="ko-KR" sz="1200" dirty="0" err="1" smtClean="0"/>
              <a:t>best_student</a:t>
            </a:r>
            <a:r>
              <a:rPr lang="en-US" altLang="ko-KR" sz="1200" dirty="0" smtClean="0"/>
              <a:t>;</a:t>
            </a:r>
            <a:endParaRPr lang="en-US" altLang="ko-KR" sz="1200" dirty="0"/>
          </a:p>
          <a:p>
            <a:r>
              <a:rPr lang="en-US" altLang="ko-KR" sz="1200" dirty="0" smtClean="0"/>
              <a:t>                  ….</a:t>
            </a:r>
            <a:endParaRPr lang="ko-KR" altLang="en-US" sz="1200" dirty="0"/>
          </a:p>
          <a:p>
            <a:endParaRPr lang="en-US" altLang="ko-KR" sz="1200" dirty="0" smtClean="0"/>
          </a:p>
          <a:p>
            <a:r>
              <a:rPr lang="en-US" altLang="ko-KR" sz="1200" dirty="0"/>
              <a:t>//++</a:t>
            </a:r>
            <a:r>
              <a:rPr lang="ko-KR" altLang="en-US" sz="1200" dirty="0"/>
              <a:t>연산자를 </a:t>
            </a:r>
            <a:r>
              <a:rPr lang="ko-KR" altLang="en-US" sz="1200" dirty="0" smtClean="0"/>
              <a:t>사용하여 구현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}</a:t>
            </a:r>
            <a:endParaRPr lang="en-US" altLang="ko-KR" sz="1200" dirty="0"/>
          </a:p>
          <a:p>
            <a:endParaRPr lang="ko-KR" altLang="en-US" sz="1200" dirty="0"/>
          </a:p>
          <a:p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main(void)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 smtClean="0"/>
              <a:t>	</a:t>
            </a:r>
            <a:r>
              <a:rPr lang="en-US" altLang="ko-KR" sz="1200" dirty="0" err="1" smtClean="0"/>
              <a:t>struct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student </a:t>
            </a:r>
            <a:r>
              <a:rPr lang="en-US" altLang="ko-KR" sz="1200" dirty="0" err="1"/>
              <a:t>best_student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 smtClean="0"/>
              <a:t>	…</a:t>
            </a:r>
          </a:p>
          <a:p>
            <a:r>
              <a:rPr lang="en-US" altLang="ko-KR" sz="1200" dirty="0"/>
              <a:t>	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size = </a:t>
            </a:r>
            <a:r>
              <a:rPr lang="en-US" altLang="ko-KR" sz="1200" dirty="0" smtClean="0"/>
              <a:t>…. </a:t>
            </a:r>
          </a:p>
          <a:p>
            <a:r>
              <a:rPr lang="en-US" altLang="ko-KR" sz="1200" dirty="0" smtClean="0"/>
              <a:t>                   </a:t>
            </a:r>
          </a:p>
          <a:p>
            <a:endParaRPr lang="en-US" altLang="ko-KR" sz="1200" dirty="0" smtClean="0"/>
          </a:p>
          <a:p>
            <a:r>
              <a:rPr lang="en-US" altLang="ko-KR" sz="1200" dirty="0"/>
              <a:t>	</a:t>
            </a:r>
            <a:r>
              <a:rPr lang="en-US" altLang="ko-KR" sz="1200" dirty="0" smtClean="0"/>
              <a:t>//</a:t>
            </a:r>
            <a:r>
              <a:rPr lang="ko-KR" altLang="en-US" sz="1200" dirty="0" smtClean="0"/>
              <a:t>포인터 이용하기</a:t>
            </a:r>
            <a:endParaRPr lang="en-US" altLang="ko-KR" sz="1200" dirty="0"/>
          </a:p>
          <a:p>
            <a:r>
              <a:rPr lang="en-US" altLang="ko-KR" sz="1200" dirty="0"/>
              <a:t>	</a:t>
            </a:r>
            <a:r>
              <a:rPr lang="en-US" altLang="ko-KR" sz="1200" dirty="0" err="1"/>
              <a:t>best_student</a:t>
            </a:r>
            <a:r>
              <a:rPr lang="en-US" altLang="ko-KR" sz="1200" dirty="0"/>
              <a:t> = get_max_score2(list, size);</a:t>
            </a:r>
          </a:p>
          <a:p>
            <a:r>
              <a:rPr lang="en-US" altLang="ko-KR" sz="1200" dirty="0"/>
              <a:t>	</a:t>
            </a:r>
            <a:r>
              <a:rPr lang="en-US" altLang="ko-KR" sz="1200" dirty="0" err="1"/>
              <a:t>printf</a:t>
            </a:r>
            <a:r>
              <a:rPr lang="en-US" altLang="ko-KR" sz="1200" dirty="0"/>
              <a:t>(…);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smtClean="0"/>
              <a:t>}</a:t>
            </a:r>
            <a:endParaRPr lang="en-US" altLang="ko-KR" sz="1100" kern="0" dirty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0" y="2827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4" name="Rectangle 6"/>
          <p:cNvSpPr>
            <a:spLocks noChangeArrowheads="1"/>
          </p:cNvSpPr>
          <p:nvPr/>
        </p:nvSpPr>
        <p:spPr bwMode="auto">
          <a:xfrm>
            <a:off x="0" y="3194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6" name="Rectangle 8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0" y="2720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9" name="Rectangle 13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1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Lab </a:t>
            </a:r>
            <a:r>
              <a:rPr lang="en-US" altLang="ko-KR" dirty="0" smtClean="0"/>
              <a:t>3: </a:t>
            </a:r>
            <a:r>
              <a:rPr lang="ko-KR" altLang="en-US" dirty="0"/>
              <a:t>평점이 가장 높은 학생 찾기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smtClean="0"/>
              <a:t>Lab1</a:t>
            </a:r>
            <a:r>
              <a:rPr lang="ko-KR" altLang="en-US" dirty="0" smtClean="0"/>
              <a:t>과 내용은 같지만 학생 정보를 포인터로 받아 함수 구현</a:t>
            </a:r>
            <a:r>
              <a:rPr lang="en-US" altLang="ko-KR" dirty="0" smtClean="0"/>
              <a:t> </a:t>
            </a:r>
            <a:endParaRPr lang="en-US" altLang="ko-KR" dirty="0" smtClean="0"/>
          </a:p>
          <a:p>
            <a:r>
              <a:rPr lang="ko-KR" altLang="en-US" dirty="0" smtClean="0"/>
              <a:t>포인터 </a:t>
            </a:r>
            <a:r>
              <a:rPr lang="en-US" altLang="ko-KR" dirty="0" smtClean="0"/>
              <a:t>++ </a:t>
            </a:r>
            <a:r>
              <a:rPr lang="ko-KR" altLang="en-US" dirty="0" smtClean="0"/>
              <a:t>연산자 사용하지 않고 구현하기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07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소스 </a:t>
            </a:r>
            <a:r>
              <a:rPr lang="en-US" altLang="ko-KR" dirty="0"/>
              <a:t>(</a:t>
            </a:r>
            <a:r>
              <a:rPr lang="ko-KR" altLang="en-US" dirty="0"/>
              <a:t>빈 부분 채우기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800767" y="1556792"/>
            <a:ext cx="7777162" cy="446449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sz="1200" dirty="0" smtClean="0"/>
              <a:t>//</a:t>
            </a:r>
            <a:r>
              <a:rPr lang="ko-KR" altLang="en-US" sz="1200" dirty="0" smtClean="0"/>
              <a:t>포인터로 인수 전달</a:t>
            </a:r>
            <a:endParaRPr lang="en-US" altLang="ko-KR" sz="1200" dirty="0" smtClean="0"/>
          </a:p>
          <a:p>
            <a:r>
              <a:rPr lang="en-US" altLang="ko-KR" sz="1200" dirty="0" smtClean="0"/>
              <a:t>//</a:t>
            </a:r>
            <a:r>
              <a:rPr lang="ko-KR" altLang="en-US" sz="1200" dirty="0" smtClean="0"/>
              <a:t>이 함수는 배열 인덱스 사용하지 않고 구현하여야 함</a:t>
            </a:r>
            <a:endParaRPr lang="en-US" altLang="ko-KR" sz="1200" dirty="0"/>
          </a:p>
          <a:p>
            <a:r>
              <a:rPr lang="en-US" altLang="ko-KR" sz="1200" dirty="0" err="1" smtClean="0"/>
              <a:t>struct</a:t>
            </a:r>
            <a:r>
              <a:rPr lang="en-US" altLang="ko-KR" sz="1200" dirty="0" smtClean="0"/>
              <a:t> </a:t>
            </a:r>
            <a:r>
              <a:rPr lang="en-US" altLang="ko-KR" sz="1200" dirty="0" smtClean="0"/>
              <a:t>student </a:t>
            </a:r>
            <a:r>
              <a:rPr lang="en-US" altLang="ko-KR" sz="1200" dirty="0"/>
              <a:t>get_max_score2(</a:t>
            </a:r>
            <a:r>
              <a:rPr lang="en-US" altLang="ko-KR" sz="1200" dirty="0" err="1"/>
              <a:t>struct</a:t>
            </a:r>
            <a:r>
              <a:rPr lang="en-US" altLang="ko-KR" sz="1200" dirty="0"/>
              <a:t> student * ls, 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 size)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 smtClean="0"/>
              <a:t>	</a:t>
            </a:r>
            <a:r>
              <a:rPr lang="en-US" altLang="ko-KR" sz="1200" dirty="0" err="1" smtClean="0"/>
              <a:t>struct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student </a:t>
            </a:r>
            <a:r>
              <a:rPr lang="en-US" altLang="ko-KR" sz="1200" dirty="0" err="1" smtClean="0"/>
              <a:t>best_student</a:t>
            </a:r>
            <a:r>
              <a:rPr lang="en-US" altLang="ko-KR" sz="1200" dirty="0" smtClean="0"/>
              <a:t>;</a:t>
            </a:r>
            <a:endParaRPr lang="en-US" altLang="ko-KR" sz="1200" dirty="0"/>
          </a:p>
          <a:p>
            <a:r>
              <a:rPr lang="en-US" altLang="ko-KR" sz="1200" dirty="0" smtClean="0"/>
              <a:t>                  ….</a:t>
            </a:r>
            <a:endParaRPr lang="ko-KR" altLang="en-US" sz="1200" dirty="0"/>
          </a:p>
          <a:p>
            <a:endParaRPr lang="en-US" altLang="ko-KR" sz="1200" dirty="0" smtClean="0"/>
          </a:p>
          <a:p>
            <a:r>
              <a:rPr lang="en-US" altLang="ko-KR" sz="1200" dirty="0"/>
              <a:t>//++</a:t>
            </a:r>
            <a:r>
              <a:rPr lang="ko-KR" altLang="en-US" sz="1200" dirty="0"/>
              <a:t>연산자를 </a:t>
            </a:r>
            <a:r>
              <a:rPr lang="ko-KR" altLang="en-US" sz="1200" dirty="0" smtClean="0"/>
              <a:t>사용하지 않고 구현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}</a:t>
            </a:r>
            <a:endParaRPr lang="en-US" altLang="ko-KR" sz="1200" dirty="0"/>
          </a:p>
          <a:p>
            <a:endParaRPr lang="ko-KR" altLang="en-US" sz="1200" dirty="0"/>
          </a:p>
          <a:p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main(void)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 smtClean="0"/>
              <a:t>	</a:t>
            </a:r>
            <a:r>
              <a:rPr lang="en-US" altLang="ko-KR" sz="1200" dirty="0" err="1" smtClean="0"/>
              <a:t>struct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student </a:t>
            </a:r>
            <a:r>
              <a:rPr lang="en-US" altLang="ko-KR" sz="1200" dirty="0" err="1"/>
              <a:t>best_student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 smtClean="0"/>
              <a:t>	…</a:t>
            </a:r>
          </a:p>
          <a:p>
            <a:r>
              <a:rPr lang="en-US" altLang="ko-KR" sz="1200" dirty="0"/>
              <a:t>	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size = </a:t>
            </a:r>
            <a:r>
              <a:rPr lang="en-US" altLang="ko-KR" sz="1200" dirty="0" smtClean="0"/>
              <a:t>…. </a:t>
            </a:r>
          </a:p>
          <a:p>
            <a:r>
              <a:rPr lang="en-US" altLang="ko-KR" sz="1200" dirty="0" smtClean="0"/>
              <a:t>                   </a:t>
            </a:r>
          </a:p>
          <a:p>
            <a:endParaRPr lang="en-US" altLang="ko-KR" sz="1200" dirty="0" smtClean="0"/>
          </a:p>
          <a:p>
            <a:r>
              <a:rPr lang="en-US" altLang="ko-KR" sz="1200" dirty="0"/>
              <a:t>	</a:t>
            </a:r>
            <a:r>
              <a:rPr lang="en-US" altLang="ko-KR" sz="1200" dirty="0" smtClean="0"/>
              <a:t>//</a:t>
            </a:r>
            <a:r>
              <a:rPr lang="ko-KR" altLang="en-US" sz="1200" dirty="0" smtClean="0"/>
              <a:t>포인터 이용하기</a:t>
            </a:r>
            <a:endParaRPr lang="en-US" altLang="ko-KR" sz="1200" dirty="0"/>
          </a:p>
          <a:p>
            <a:r>
              <a:rPr lang="en-US" altLang="ko-KR" sz="1200" dirty="0"/>
              <a:t>	</a:t>
            </a:r>
            <a:r>
              <a:rPr lang="en-US" altLang="ko-KR" sz="1200" dirty="0" err="1"/>
              <a:t>best_student</a:t>
            </a:r>
            <a:r>
              <a:rPr lang="en-US" altLang="ko-KR" sz="1200" dirty="0"/>
              <a:t> = get_max_score2(list, size);</a:t>
            </a:r>
          </a:p>
          <a:p>
            <a:r>
              <a:rPr lang="en-US" altLang="ko-KR" sz="1200" dirty="0"/>
              <a:t>	</a:t>
            </a:r>
            <a:r>
              <a:rPr lang="en-US" altLang="ko-KR" sz="1200" dirty="0" err="1"/>
              <a:t>printf</a:t>
            </a:r>
            <a:r>
              <a:rPr lang="en-US" altLang="ko-KR" sz="1200" dirty="0"/>
              <a:t>(…);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smtClean="0"/>
              <a:t>}</a:t>
            </a:r>
            <a:endParaRPr lang="en-US" altLang="ko-KR" sz="1100" kern="0" dirty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0" y="2827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4" name="Rectangle 6"/>
          <p:cNvSpPr>
            <a:spLocks noChangeArrowheads="1"/>
          </p:cNvSpPr>
          <p:nvPr/>
        </p:nvSpPr>
        <p:spPr bwMode="auto">
          <a:xfrm>
            <a:off x="0" y="3194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6" name="Rectangle 8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0" y="2720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8379" name="Rectangle 13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26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475" y="371475"/>
            <a:ext cx="7623175" cy="5715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sz="3600"/>
              <a:t>Q &amp; A</a:t>
            </a:r>
          </a:p>
        </p:txBody>
      </p:sp>
      <p:pic>
        <p:nvPicPr>
          <p:cNvPr id="62467" name="Picture 3" descr="MCj0240699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688" y="1978025"/>
            <a:ext cx="2797175" cy="202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8" name="Picture 4" descr="MCj0416502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3" y="2103438"/>
            <a:ext cx="170656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2434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2088</TotalTime>
  <Words>381</Words>
  <Application>Microsoft Office PowerPoint</Application>
  <PresentationFormat>화면 슬라이드 쇼(4:3)</PresentationFormat>
  <Paragraphs>100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HY얕은샘물M</vt:lpstr>
      <vt:lpstr>굴림</vt:lpstr>
      <vt:lpstr>Arial</vt:lpstr>
      <vt:lpstr>Trebuchet MS</vt:lpstr>
      <vt:lpstr>Tw Cen MT</vt:lpstr>
      <vt:lpstr>Wingdings</vt:lpstr>
      <vt:lpstr>가을</vt:lpstr>
      <vt:lpstr>제 13장 구조체 실습 II</vt:lpstr>
      <vt:lpstr>Lab 1: 평점이 가장 높은 학생 찾기</vt:lpstr>
      <vt:lpstr>소스 (빈 부분 채우기)</vt:lpstr>
      <vt:lpstr>소스 (빈 부분 채우기)</vt:lpstr>
      <vt:lpstr>Lab 2: 평점이 가장 높은 학생 찾기</vt:lpstr>
      <vt:lpstr>소스 (빈 부분 채우기)</vt:lpstr>
      <vt:lpstr>Lab 3: 평점이 가장 높은 학생 찾기</vt:lpstr>
      <vt:lpstr>소스 (빈 부분 채우기)</vt:lpstr>
      <vt:lpstr>Q &amp; A</vt:lpstr>
    </vt:vector>
  </TitlesOfParts>
  <Company>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11장 포인터</dc:title>
  <dc:creator>web</dc:creator>
  <cp:lastModifiedBy>jdonam</cp:lastModifiedBy>
  <cp:revision>376</cp:revision>
  <dcterms:created xsi:type="dcterms:W3CDTF">2007-11-08T01:24:05Z</dcterms:created>
  <dcterms:modified xsi:type="dcterms:W3CDTF">2026-05-21T01:54:53Z</dcterms:modified>
</cp:coreProperties>
</file>