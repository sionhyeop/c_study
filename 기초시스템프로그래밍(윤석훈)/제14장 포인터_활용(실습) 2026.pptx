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23"/>
  </p:notesMasterIdLst>
  <p:sldIdLst>
    <p:sldId id="413" r:id="rId2"/>
    <p:sldId id="376" r:id="rId3"/>
    <p:sldId id="316" r:id="rId4"/>
    <p:sldId id="377" r:id="rId5"/>
    <p:sldId id="378" r:id="rId6"/>
    <p:sldId id="379" r:id="rId7"/>
    <p:sldId id="415" r:id="rId8"/>
    <p:sldId id="325" r:id="rId9"/>
    <p:sldId id="380" r:id="rId10"/>
    <p:sldId id="381" r:id="rId11"/>
    <p:sldId id="329" r:id="rId12"/>
    <p:sldId id="348" r:id="rId13"/>
    <p:sldId id="336" r:id="rId14"/>
    <p:sldId id="337" r:id="rId15"/>
    <p:sldId id="384" r:id="rId16"/>
    <p:sldId id="339" r:id="rId17"/>
    <p:sldId id="417" r:id="rId18"/>
    <p:sldId id="419" r:id="rId19"/>
    <p:sldId id="420" r:id="rId20"/>
    <p:sldId id="421" r:id="rId21"/>
    <p:sldId id="349" r:id="rId22"/>
  </p:sldIdLst>
  <p:sldSz cx="9144000" cy="6858000" type="screen4x3"/>
  <p:notesSz cx="6858000" cy="914400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0DFF"/>
    <a:srgbClr val="EADCF4"/>
    <a:srgbClr val="B686DA"/>
    <a:srgbClr val="66CCFF"/>
    <a:srgbClr val="CCFFFF"/>
    <a:srgbClr val="BEE395"/>
    <a:srgbClr val="0000CC"/>
    <a:srgbClr val="FFBD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17" autoAdjust="0"/>
    <p:restoredTop sz="94704" autoAdjust="0"/>
  </p:normalViewPr>
  <p:slideViewPr>
    <p:cSldViewPr>
      <p:cViewPr varScale="1">
        <p:scale>
          <a:sx n="153" d="100"/>
          <a:sy n="153" d="100"/>
        </p:scale>
        <p:origin x="1872" y="1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22" d="100"/>
          <a:sy n="122" d="100"/>
        </p:scale>
        <p:origin x="4932" y="1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C080E7-7992-453B-81DD-C404D5C0AEB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1DF9BB-3B4F-4728-9F19-68C5DE4F66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528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직사각형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직사각형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제목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9" name="부제목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ko-KR" altLang="en-US"/>
              <a:t>클릭하여 마스터 부제목 스타일 편집</a:t>
            </a:r>
            <a:endParaRPr kumimoji="0" lang="en-US"/>
          </a:p>
        </p:txBody>
      </p:sp>
      <p:sp>
        <p:nvSpPr>
          <p:cNvPr id="28" name="날짜 개체 틀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7" name="바닥글 개체 틀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9" name="슬라이드 번호 개체 틀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083DFF5B-D368-40E1-9469-7EDEE1E82968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32820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0C73CE75-8ADB-404C-9662-30FBC4160E50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8" name="내용 개체 틀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>
            <a:lvl1pPr>
              <a:defRPr sz="20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>
              <a:defRPr sz="18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>
              <a:defRPr sz="18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5pPr>
          </a:lstStyle>
          <a:p>
            <a:pPr lvl="0" eaLnBrk="1" latinLnBrk="0" hangingPunct="1"/>
            <a:r>
              <a:rPr lang="ko-KR" altLang="en-US"/>
              <a:t>마스터 텍스트 스타일 편집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6308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12A191-E4A5-4E86-A895-290ED0E15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F63DBB1-34CF-47C3-BE2B-4E03D84B4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16F67BF-ED4C-41A0-B7EB-77E2D2552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8D8029E-E5DF-4F0E-8857-70DB6E41D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61E26E-7135-4249-ADF8-F8A154A8473C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6" name="내용 개체 틀 7">
            <a:extLst>
              <a:ext uri="{FF2B5EF4-FFF2-40B4-BE49-F238E27FC236}">
                <a16:creationId xmlns:a16="http://schemas.microsoft.com/office/drawing/2014/main" id="{C9F6DF7F-2F2C-4224-93B8-90E7D34A994E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>
            <a:lvl1pPr marL="457200" indent="-457200">
              <a:buFont typeface="+mj-lt"/>
              <a:buAutoNum type="arabicPeriod"/>
              <a:defRPr sz="20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 marL="822960" indent="-457200">
              <a:buFont typeface="+mj-lt"/>
              <a:buAutoNum type="arabicPeriod"/>
              <a:defRPr sz="20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 marL="1143000" indent="-457200">
              <a:buFont typeface="+mj-lt"/>
              <a:buAutoNum type="arabicPeriod"/>
              <a:defRPr sz="20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 marL="1485900" indent="-342900">
              <a:buFont typeface="+mj-lt"/>
              <a:buAutoNum type="arabicPeriod"/>
              <a:defRPr sz="18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 marL="1943100" indent="-342900">
              <a:buFont typeface="+mj-lt"/>
              <a:buAutoNum type="arabicPeriod"/>
              <a:defRPr sz="18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5pPr>
          </a:lstStyle>
          <a:p>
            <a:pPr lvl="0" eaLnBrk="1" latinLnBrk="0" hangingPunct="1"/>
            <a:r>
              <a:rPr lang="ko-KR" altLang="en-US" dirty="0"/>
              <a:t>마스터 텍스트 스타일 편집</a:t>
            </a:r>
          </a:p>
          <a:p>
            <a:pPr lvl="1" eaLnBrk="1" latinLnBrk="0" hangingPunct="1"/>
            <a:r>
              <a:rPr lang="ko-KR" altLang="en-US" dirty="0"/>
              <a:t>둘째 수준</a:t>
            </a:r>
          </a:p>
          <a:p>
            <a:pPr lvl="2" eaLnBrk="1" latinLnBrk="0" hangingPunct="1"/>
            <a:r>
              <a:rPr lang="ko-KR" altLang="en-US" dirty="0"/>
              <a:t>셋째 수준</a:t>
            </a:r>
          </a:p>
          <a:p>
            <a:pPr lvl="3" eaLnBrk="1" latinLnBrk="0" hangingPunct="1"/>
            <a:r>
              <a:rPr lang="ko-KR" altLang="en-US" dirty="0"/>
              <a:t>넷째 수준</a:t>
            </a:r>
          </a:p>
          <a:p>
            <a:pPr lvl="4" eaLnBrk="1" latinLnBrk="0" hangingPunct="1"/>
            <a:r>
              <a:rPr lang="ko-KR" altLang="en-US" dirty="0"/>
              <a:t>다섯째 수준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871718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ko-KR" altLang="en-US"/>
              <a:t>마스터 텍스트 스타일 편집</a:t>
            </a:r>
          </a:p>
        </p:txBody>
      </p:sp>
      <p:sp>
        <p:nvSpPr>
          <p:cNvPr id="7" name="직사각형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2" name="날짜 개체 틀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936F0EE0-D1E5-4B13-95A3-6FC1886E1482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4" name="바닥글 개체 틀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704772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 편집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 편집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>
              <a:defRPr/>
            </a:pPr>
            <a:endParaRPr lang="en-US" altLang="ko-KR"/>
          </a:p>
        </p:txBody>
      </p:sp>
      <p:sp>
        <p:nvSpPr>
          <p:cNvPr id="10" name="슬라이드 번호 개체 틀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>
              <a:defRPr/>
            </a:pPr>
            <a:fld id="{BF11F608-571D-4B35-BA3B-27D27341EC9F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2" name="바닥글 개체 틀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66409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 편집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3" name="내용 개체 틀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 편집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0" name="날짜 개체 틀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>
              <a:defRPr/>
            </a:pPr>
            <a:endParaRPr lang="en-US" altLang="ko-KR"/>
          </a:p>
        </p:txBody>
      </p:sp>
      <p:sp>
        <p:nvSpPr>
          <p:cNvPr id="12" name="슬라이드 번호 개체 틀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>
              <a:defRPr/>
            </a:pPr>
            <a:fld id="{C469746A-8CB5-49EE-A16F-40DE21E8EB01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4" name="바닥글 개체 틀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pPr>
              <a:defRPr/>
            </a:pPr>
            <a:endParaRPr lang="en-US" altLang="ko-KR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ko-KR" altLang="en-US"/>
              <a:t>마스터 텍스트 스타일 편집</a:t>
            </a:r>
          </a:p>
        </p:txBody>
      </p:sp>
      <p:sp>
        <p:nvSpPr>
          <p:cNvPr id="15" name="텍스트 개체 틀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ko-KR" altLang="en-US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09883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DD7052FB-9641-4BBB-BD80-8256F771F329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04920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5CE1876E-8B80-4F39-AD03-35CB2EBF6C19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72594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B7CDE8F7-62CE-4A22-B55E-5BECA9901C97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/>
              <a:t>마스터 텍스트 스타일 편집</a:t>
            </a:r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 편집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911852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/>
              <a:t>마스터 텍스트 스타일 편집</a:t>
            </a:r>
          </a:p>
        </p:txBody>
      </p:sp>
      <p:sp>
        <p:nvSpPr>
          <p:cNvPr id="8" name="직사각형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직사각형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1" name="직사각형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날짜 개체 틀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pPr>
              <a:defRPr/>
            </a:pPr>
            <a:endParaRPr lang="en-US" altLang="ko-KR"/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pPr>
              <a:defRPr/>
            </a:pPr>
            <a:fld id="{D5386D66-938D-4DEF-9135-4F195E599D5A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4" name="바닥글 개체 틀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ko-KR" altLang="en-US"/>
              <a:t>그림을 추가하려면 아이콘을 클릭하십시오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034021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 편집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31D3C1-3FFB-4EF8-AD4B-033755FFAF7A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291720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 편집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7" name="직사각형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pPr>
              <a:defRPr/>
            </a:pPr>
            <a:fld id="{04B338AC-3D1F-4340-923B-671E7CF9BAD0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678595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260475" y="381000"/>
            <a:ext cx="7654925" cy="5715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685800" y="1333500"/>
            <a:ext cx="8212138" cy="4152900"/>
          </a:xfrm>
        </p:spPr>
        <p:txBody>
          <a:bodyPr/>
          <a:lstStyle/>
          <a:p>
            <a:pPr lvl="0"/>
            <a:r>
              <a:rPr lang="ko-KR" altLang="en-US" noProof="0"/>
              <a:t>표를 추가하려면 아이콘을 클릭하십시오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61E26E-7135-4249-ADF8-F8A154A8473C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59237797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개체 틀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3" name="텍스트 개체 틀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ko-KR" altLang="en-US" dirty="0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 dirty="0"/>
              <a:t>둘째 수준</a:t>
            </a:r>
          </a:p>
          <a:p>
            <a:pPr lvl="2" eaLnBrk="1" latinLnBrk="0" hangingPunct="1"/>
            <a:r>
              <a:rPr kumimoji="0" lang="ko-KR" altLang="en-US" dirty="0"/>
              <a:t>셋째 수준</a:t>
            </a:r>
          </a:p>
          <a:p>
            <a:pPr lvl="3" eaLnBrk="1" latinLnBrk="0" hangingPunct="1"/>
            <a:r>
              <a:rPr kumimoji="0" lang="ko-KR" altLang="en-US" dirty="0"/>
              <a:t>넷째 수준</a:t>
            </a:r>
          </a:p>
          <a:p>
            <a:pPr lvl="4" eaLnBrk="1" latinLnBrk="0" hangingPunct="1"/>
            <a:r>
              <a:rPr kumimoji="0" lang="ko-KR" altLang="en-US" dirty="0"/>
              <a:t>다섯째 수준</a:t>
            </a:r>
            <a:endParaRPr kumimoji="0" lang="en-US" dirty="0"/>
          </a:p>
        </p:txBody>
      </p:sp>
      <p:sp>
        <p:nvSpPr>
          <p:cNvPr id="14" name="날짜 개체 틀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직사각형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슬라이드 번호 개체 틀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8B61E26E-7135-4249-ADF8-F8A154A8473C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  <p:pic>
        <p:nvPicPr>
          <p:cNvPr id="418818" name="Picture 2" descr="Image result for java icon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14" y="339962"/>
            <a:ext cx="426171" cy="767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1913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45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</p:sldLayoutIdLst>
  <p:txStyles>
    <p:titleStyle>
      <a:lvl1pPr algn="l" rtl="0" eaLnBrk="1" latinLnBrk="1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1" hangingPunct="1">
        <a:spcBef>
          <a:spcPts val="700"/>
        </a:spcBef>
        <a:buClr>
          <a:schemeClr val="accent2"/>
        </a:buClr>
        <a:buSzPct val="100000"/>
        <a:buFont typeface="Wingdings" panose="05000000000000000000" pitchFamily="2" charset="2"/>
        <a:buChar char="l"/>
        <a:defRPr kumimoji="0" sz="2000" kern="1200">
          <a:solidFill>
            <a:schemeClr val="tx1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1pPr>
      <a:lvl2pPr marL="640080" indent="-274320" algn="l" rtl="0" eaLnBrk="1" latinLnBrk="1" hangingPunct="1">
        <a:spcBef>
          <a:spcPts val="550"/>
        </a:spcBef>
        <a:buClr>
          <a:schemeClr val="accent1"/>
        </a:buClr>
        <a:buSzPct val="70000"/>
        <a:buFont typeface="Wingdings" panose="05000000000000000000" pitchFamily="2" charset="2"/>
        <a:buChar char="l"/>
        <a:defRPr kumimoji="0" sz="2000" kern="1200">
          <a:solidFill>
            <a:schemeClr val="tx1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2pPr>
      <a:lvl3pPr marL="914400" indent="-228600" algn="l" rtl="0" eaLnBrk="1" latinLnBrk="1" hangingPunct="1">
        <a:spcBef>
          <a:spcPts val="500"/>
        </a:spcBef>
        <a:buClr>
          <a:schemeClr val="accent2"/>
        </a:buClr>
        <a:buSzPct val="75000"/>
        <a:buFont typeface="Wingdings" panose="05000000000000000000" pitchFamily="2" charset="2"/>
        <a:buChar char="l"/>
        <a:defRPr kumimoji="0" sz="2000" kern="1200">
          <a:solidFill>
            <a:schemeClr val="tx1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3pPr>
      <a:lvl4pPr marL="1371600" indent="-228600" algn="l" rtl="0" eaLnBrk="1" latinLnBrk="1" hangingPunct="1">
        <a:spcBef>
          <a:spcPts val="400"/>
        </a:spcBef>
        <a:buClr>
          <a:schemeClr val="accent3"/>
        </a:buClr>
        <a:buSzPct val="75000"/>
        <a:buFont typeface="Wingdings" panose="05000000000000000000" pitchFamily="2" charset="2"/>
        <a:buChar char="l"/>
        <a:defRPr kumimoji="0" sz="2000" kern="1200">
          <a:solidFill>
            <a:schemeClr val="tx1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4pPr>
      <a:lvl5pPr marL="1828800" indent="-228600" algn="l" rtl="0" eaLnBrk="1" latinLnBrk="1" hangingPunct="1">
        <a:spcBef>
          <a:spcPts val="400"/>
        </a:spcBef>
        <a:buClr>
          <a:schemeClr val="accent4"/>
        </a:buClr>
        <a:buSzPct val="65000"/>
        <a:buFont typeface="Wingdings" panose="05000000000000000000" pitchFamily="2" charset="2"/>
        <a:buChar char="l"/>
        <a:defRPr kumimoji="0" sz="2000" kern="1200">
          <a:solidFill>
            <a:schemeClr val="tx1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5pPr>
      <a:lvl6pPr marL="2103120" indent="-228600" algn="l" rtl="0" eaLnBrk="1" latinLnBrk="1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1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1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1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6B8A08-3916-4E1A-926B-9DB33C65D7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제 </a:t>
            </a:r>
            <a:r>
              <a:rPr lang="en-US" altLang="ko-KR" dirty="0"/>
              <a:t>14</a:t>
            </a:r>
            <a:r>
              <a:rPr lang="ko-KR" altLang="en-US" dirty="0"/>
              <a:t>장 포인터 활용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6227B60-13C7-40ED-AD49-983CA3E023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FC07BA8-F121-45C7-B942-1436281A844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8663" r="54355" b="24510"/>
          <a:stretch/>
        </p:blipFill>
        <p:spPr>
          <a:xfrm>
            <a:off x="2454612" y="1682024"/>
            <a:ext cx="3509682" cy="3148420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4A04F333-F7F3-4D37-A588-44F5853268D2}"/>
              </a:ext>
            </a:extLst>
          </p:cNvPr>
          <p:cNvSpPr txBox="1">
            <a:spLocks/>
          </p:cNvSpPr>
          <p:nvPr/>
        </p:nvSpPr>
        <p:spPr>
          <a:xfrm>
            <a:off x="1853453" y="813586"/>
            <a:ext cx="4932829" cy="685801"/>
          </a:xfrm>
          <a:prstGeom prst="rect">
            <a:avLst/>
          </a:prstGeom>
          <a:ln>
            <a:noFill/>
          </a:ln>
        </p:spPr>
        <p:txBody>
          <a:bodyPr vert="horz" anchor="b">
            <a:normAutofit fontScale="92500" lnSpcReduction="10000"/>
          </a:bodyPr>
          <a:lstStyle>
            <a:lvl1pPr algn="l" rtl="0" eaLnBrk="1" latinLnBrk="1" hangingPunct="1">
              <a:spcBef>
                <a:spcPct val="0"/>
              </a:spcBef>
              <a:buNone/>
              <a:defRPr kumimoji="0" sz="4400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ko-KR" dirty="0">
                <a:solidFill>
                  <a:srgbClr val="FFFF00"/>
                </a:solidFill>
              </a:rPr>
              <a:t>C</a:t>
            </a:r>
            <a:r>
              <a:rPr lang="ko-KR" altLang="en-US" dirty="0">
                <a:solidFill>
                  <a:srgbClr val="FFFF00"/>
                </a:solidFill>
              </a:rPr>
              <a:t> 언어 </a:t>
            </a:r>
            <a:r>
              <a:rPr lang="en-US" altLang="ko-KR" dirty="0" smtClean="0">
                <a:solidFill>
                  <a:srgbClr val="FFFF00"/>
                </a:solidFill>
              </a:rPr>
              <a:t>Express</a:t>
            </a:r>
            <a:endParaRPr lang="ko-KR" alt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2145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Lab 1: </a:t>
            </a:r>
            <a:r>
              <a:rPr lang="ko-KR" altLang="en-US" dirty="0" smtClean="0"/>
              <a:t>이중 </a:t>
            </a:r>
            <a:r>
              <a:rPr lang="ko-KR" altLang="en-US" dirty="0"/>
              <a:t>포인터</a:t>
            </a:r>
          </a:p>
        </p:txBody>
      </p:sp>
      <p:sp>
        <p:nvSpPr>
          <p:cNvPr id="157699" name="Rectangle 3"/>
          <p:cNvSpPr>
            <a:spLocks noChangeArrowheads="1"/>
          </p:cNvSpPr>
          <p:nvPr/>
        </p:nvSpPr>
        <p:spPr bwMode="auto">
          <a:xfrm>
            <a:off x="1060744" y="1415530"/>
            <a:ext cx="7777162" cy="4175125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>
                      <a:alpha val="50000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ko-KR" sz="1600" dirty="0">
                <a:solidFill>
                  <a:srgbClr val="008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// </a:t>
            </a:r>
            <a:r>
              <a:rPr lang="ko-KR" altLang="en-US" sz="1600" dirty="0">
                <a:solidFill>
                  <a:srgbClr val="008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이중 포인터 프로그램</a:t>
            </a:r>
            <a:endParaRPr lang="ko-KR" altLang="en-US" sz="1600" dirty="0">
              <a:solidFill>
                <a:srgbClr val="000000"/>
              </a:solidFill>
              <a:latin typeface="Trebuchet MS" panose="020B0603020202020204" pitchFamily="34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80808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#include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A31515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&lt;</a:t>
            </a:r>
            <a:r>
              <a:rPr lang="en-US" altLang="ko-KR" sz="1600" dirty="0" err="1">
                <a:solidFill>
                  <a:srgbClr val="A31515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stdio.h</a:t>
            </a:r>
            <a:r>
              <a:rPr lang="en-US" altLang="ko-KR" sz="1600" dirty="0">
                <a:solidFill>
                  <a:srgbClr val="A31515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&gt;</a:t>
            </a:r>
            <a:endParaRPr lang="en-US" altLang="ko-KR" sz="1600" dirty="0">
              <a:solidFill>
                <a:srgbClr val="000000"/>
              </a:solidFill>
              <a:latin typeface="Trebuchet MS" panose="020B0603020202020204" pitchFamily="34" charset="0"/>
              <a:ea typeface="돋움체" panose="020B0609000101010101" pitchFamily="49" charset="-127"/>
            </a:endParaRPr>
          </a:p>
          <a:p>
            <a:endParaRPr lang="ko-KR" altLang="en-US" sz="1600" dirty="0">
              <a:solidFill>
                <a:srgbClr val="000000"/>
              </a:solidFill>
              <a:latin typeface="Trebuchet MS" panose="020B0603020202020204" pitchFamily="34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FF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 main(</a:t>
            </a:r>
            <a:r>
              <a:rPr lang="en-US" altLang="ko-KR" sz="1600" dirty="0">
                <a:solidFill>
                  <a:srgbClr val="0000FF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)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0000FF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i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 = 100;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0000FF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* p = &amp;</a:t>
            </a:r>
            <a:r>
              <a:rPr lang="en-US" altLang="ko-KR" sz="1600" dirty="0" err="1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i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0000FF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** q = &amp;p;</a:t>
            </a:r>
          </a:p>
          <a:p>
            <a:endParaRPr lang="ko-KR" altLang="en-US" sz="1600" dirty="0">
              <a:solidFill>
                <a:srgbClr val="000000"/>
              </a:solidFill>
              <a:latin typeface="Trebuchet MS" panose="020B0603020202020204" pitchFamily="34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    *p = 200;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printf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(</a:t>
            </a:r>
            <a:r>
              <a:rPr lang="en-US" altLang="ko-KR" sz="1600" dirty="0">
                <a:solidFill>
                  <a:srgbClr val="A31515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"</a:t>
            </a:r>
            <a:r>
              <a:rPr lang="en-US" altLang="ko-KR" sz="1600" dirty="0" err="1">
                <a:solidFill>
                  <a:srgbClr val="A31515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i</a:t>
            </a:r>
            <a:r>
              <a:rPr lang="en-US" altLang="ko-KR" sz="1600" dirty="0">
                <a:solidFill>
                  <a:srgbClr val="A31515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=%d\n"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, </a:t>
            </a:r>
            <a:r>
              <a:rPr lang="en-US" altLang="ko-KR" sz="1600" dirty="0" err="1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i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);</a:t>
            </a:r>
          </a:p>
          <a:p>
            <a:endParaRPr lang="ko-KR" altLang="en-US" sz="1600" dirty="0">
              <a:solidFill>
                <a:srgbClr val="000000"/>
              </a:solidFill>
              <a:latin typeface="Trebuchet MS" panose="020B0603020202020204" pitchFamily="34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    **q = 300;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printf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(</a:t>
            </a:r>
            <a:r>
              <a:rPr lang="en-US" altLang="ko-KR" sz="1600" dirty="0">
                <a:solidFill>
                  <a:srgbClr val="A31515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"</a:t>
            </a:r>
            <a:r>
              <a:rPr lang="en-US" altLang="ko-KR" sz="1600" dirty="0" err="1">
                <a:solidFill>
                  <a:srgbClr val="A31515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i</a:t>
            </a:r>
            <a:r>
              <a:rPr lang="en-US" altLang="ko-KR" sz="1600" dirty="0">
                <a:solidFill>
                  <a:srgbClr val="A31515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=%d\n"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, </a:t>
            </a:r>
            <a:r>
              <a:rPr lang="en-US" altLang="ko-KR" sz="1600" dirty="0" err="1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i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);</a:t>
            </a:r>
          </a:p>
          <a:p>
            <a:endParaRPr lang="ko-KR" altLang="en-US" sz="1600" dirty="0">
              <a:solidFill>
                <a:srgbClr val="000000"/>
              </a:solidFill>
              <a:latin typeface="Trebuchet MS" panose="020B0603020202020204" pitchFamily="34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0000FF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return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 0;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}</a:t>
            </a:r>
          </a:p>
        </p:txBody>
      </p:sp>
      <p:sp>
        <p:nvSpPr>
          <p:cNvPr id="157700" name="Rectangle 4"/>
          <p:cNvSpPr>
            <a:spLocks noChangeArrowheads="1"/>
          </p:cNvSpPr>
          <p:nvPr/>
        </p:nvSpPr>
        <p:spPr bwMode="auto">
          <a:xfrm>
            <a:off x="0" y="30257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157701" name="Rectangle 5"/>
          <p:cNvSpPr>
            <a:spLocks noChangeArrowheads="1"/>
          </p:cNvSpPr>
          <p:nvPr/>
        </p:nvSpPr>
        <p:spPr bwMode="auto">
          <a:xfrm>
            <a:off x="0" y="31273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157702" name="Rectangle 6"/>
          <p:cNvSpPr>
            <a:spLocks noChangeArrowheads="1"/>
          </p:cNvSpPr>
          <p:nvPr/>
        </p:nvSpPr>
        <p:spPr bwMode="auto">
          <a:xfrm>
            <a:off x="0" y="30908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157703" name="Rectangle 7"/>
          <p:cNvSpPr>
            <a:spLocks noChangeArrowheads="1"/>
          </p:cNvSpPr>
          <p:nvPr/>
        </p:nvSpPr>
        <p:spPr bwMode="auto">
          <a:xfrm>
            <a:off x="0" y="28225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grpSp>
        <p:nvGrpSpPr>
          <p:cNvPr id="35" name="그룹 34"/>
          <p:cNvGrpSpPr/>
          <p:nvPr/>
        </p:nvGrpSpPr>
        <p:grpSpPr>
          <a:xfrm>
            <a:off x="4835282" y="2024432"/>
            <a:ext cx="4002624" cy="2456752"/>
            <a:chOff x="4382758" y="1112838"/>
            <a:chExt cx="4750658" cy="2696379"/>
          </a:xfrm>
        </p:grpSpPr>
        <p:sp>
          <p:nvSpPr>
            <p:cNvPr id="36" name="자유형 35"/>
            <p:cNvSpPr/>
            <p:nvPr/>
          </p:nvSpPr>
          <p:spPr bwMode="auto">
            <a:xfrm>
              <a:off x="5353441" y="2842096"/>
              <a:ext cx="349123" cy="548490"/>
            </a:xfrm>
            <a:custGeom>
              <a:avLst/>
              <a:gdLst>
                <a:gd name="connsiteX0" fmla="*/ 0 w 289932"/>
                <a:gd name="connsiteY0" fmla="*/ 0 h 847492"/>
                <a:gd name="connsiteX1" fmla="*/ 289932 w 289932"/>
                <a:gd name="connsiteY1" fmla="*/ 267629 h 847492"/>
                <a:gd name="connsiteX2" fmla="*/ 289932 w 289932"/>
                <a:gd name="connsiteY2" fmla="*/ 847492 h 847492"/>
                <a:gd name="connsiteX3" fmla="*/ 0 w 289932"/>
                <a:gd name="connsiteY3" fmla="*/ 579863 h 847492"/>
                <a:gd name="connsiteX4" fmla="*/ 0 w 289932"/>
                <a:gd name="connsiteY4" fmla="*/ 0 h 847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9932" h="847492">
                  <a:moveTo>
                    <a:pt x="0" y="0"/>
                  </a:moveTo>
                  <a:lnTo>
                    <a:pt x="289932" y="267629"/>
                  </a:lnTo>
                  <a:lnTo>
                    <a:pt x="289932" y="847492"/>
                  </a:lnTo>
                  <a:lnTo>
                    <a:pt x="0" y="579863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100000">
                  <a:schemeClr val="tx2">
                    <a:lumMod val="60000"/>
                    <a:lumOff val="40000"/>
                    <a:alpha val="85000"/>
                  </a:schemeClr>
                </a:gs>
                <a:gs pos="0">
                  <a:schemeClr val="bg1"/>
                </a:gs>
              </a:gsLst>
              <a:lin ang="5400000" scaled="0"/>
            </a:gra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600">
                <a:latin typeface="Trebuchet MS" pitchFamily="34" charset="0"/>
                <a:ea typeface="+mj-ea"/>
              </a:endParaRPr>
            </a:p>
          </p:txBody>
        </p:sp>
        <p:sp>
          <p:nvSpPr>
            <p:cNvPr id="37" name="직사각형 36"/>
            <p:cNvSpPr/>
            <p:nvPr/>
          </p:nvSpPr>
          <p:spPr bwMode="auto">
            <a:xfrm>
              <a:off x="4382758" y="2839723"/>
              <a:ext cx="955048" cy="372825"/>
            </a:xfrm>
            <a:prstGeom prst="rect">
              <a:avLst/>
            </a:prstGeom>
            <a:gradFill>
              <a:gsLst>
                <a:gs pos="100000">
                  <a:schemeClr val="tx2">
                    <a:lumMod val="60000"/>
                    <a:lumOff val="40000"/>
                    <a:alpha val="85000"/>
                  </a:schemeClr>
                </a:gs>
                <a:gs pos="0">
                  <a:schemeClr val="bg1"/>
                </a:gs>
              </a:gsLst>
              <a:lin ang="5400000" scaled="0"/>
            </a:gra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600">
                <a:latin typeface="Trebuchet MS" pitchFamily="34" charset="0"/>
                <a:ea typeface="+mj-ea"/>
              </a:endParaRPr>
            </a:p>
          </p:txBody>
        </p:sp>
        <p:sp>
          <p:nvSpPr>
            <p:cNvPr id="38" name="자유형 37"/>
            <p:cNvSpPr/>
            <p:nvPr/>
          </p:nvSpPr>
          <p:spPr bwMode="auto">
            <a:xfrm>
              <a:off x="4382758" y="2843639"/>
              <a:ext cx="349123" cy="548490"/>
            </a:xfrm>
            <a:custGeom>
              <a:avLst/>
              <a:gdLst>
                <a:gd name="connsiteX0" fmla="*/ 0 w 289932"/>
                <a:gd name="connsiteY0" fmla="*/ 0 h 847492"/>
                <a:gd name="connsiteX1" fmla="*/ 289932 w 289932"/>
                <a:gd name="connsiteY1" fmla="*/ 267629 h 847492"/>
                <a:gd name="connsiteX2" fmla="*/ 289932 w 289932"/>
                <a:gd name="connsiteY2" fmla="*/ 847492 h 847492"/>
                <a:gd name="connsiteX3" fmla="*/ 0 w 289932"/>
                <a:gd name="connsiteY3" fmla="*/ 579863 h 847492"/>
                <a:gd name="connsiteX4" fmla="*/ 0 w 289932"/>
                <a:gd name="connsiteY4" fmla="*/ 0 h 847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9932" h="847492">
                  <a:moveTo>
                    <a:pt x="0" y="0"/>
                  </a:moveTo>
                  <a:lnTo>
                    <a:pt x="289932" y="267629"/>
                  </a:lnTo>
                  <a:lnTo>
                    <a:pt x="289932" y="847492"/>
                  </a:lnTo>
                  <a:lnTo>
                    <a:pt x="0" y="579863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100000">
                  <a:schemeClr val="tx2">
                    <a:lumMod val="60000"/>
                    <a:lumOff val="40000"/>
                    <a:alpha val="85000"/>
                  </a:schemeClr>
                </a:gs>
                <a:gs pos="0">
                  <a:schemeClr val="bg1"/>
                </a:gs>
              </a:gsLst>
              <a:lin ang="5400000" scaled="0"/>
            </a:gra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600">
                <a:latin typeface="Trebuchet MS" pitchFamily="34" charset="0"/>
                <a:ea typeface="+mj-ea"/>
              </a:endParaRPr>
            </a:p>
          </p:txBody>
        </p:sp>
        <p:sp>
          <p:nvSpPr>
            <p:cNvPr id="39" name="자유형 38"/>
            <p:cNvSpPr/>
            <p:nvPr/>
          </p:nvSpPr>
          <p:spPr bwMode="auto">
            <a:xfrm>
              <a:off x="5337806" y="2839723"/>
              <a:ext cx="349123" cy="548490"/>
            </a:xfrm>
            <a:custGeom>
              <a:avLst/>
              <a:gdLst>
                <a:gd name="connsiteX0" fmla="*/ 0 w 289932"/>
                <a:gd name="connsiteY0" fmla="*/ 0 h 847492"/>
                <a:gd name="connsiteX1" fmla="*/ 289932 w 289932"/>
                <a:gd name="connsiteY1" fmla="*/ 267629 h 847492"/>
                <a:gd name="connsiteX2" fmla="*/ 289932 w 289932"/>
                <a:gd name="connsiteY2" fmla="*/ 847492 h 847492"/>
                <a:gd name="connsiteX3" fmla="*/ 0 w 289932"/>
                <a:gd name="connsiteY3" fmla="*/ 579863 h 847492"/>
                <a:gd name="connsiteX4" fmla="*/ 0 w 289932"/>
                <a:gd name="connsiteY4" fmla="*/ 0 h 847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9932" h="847492">
                  <a:moveTo>
                    <a:pt x="0" y="0"/>
                  </a:moveTo>
                  <a:lnTo>
                    <a:pt x="289932" y="267629"/>
                  </a:lnTo>
                  <a:lnTo>
                    <a:pt x="289932" y="847492"/>
                  </a:lnTo>
                  <a:lnTo>
                    <a:pt x="0" y="579863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100000">
                  <a:schemeClr val="tx2">
                    <a:lumMod val="60000"/>
                    <a:lumOff val="40000"/>
                    <a:alpha val="85000"/>
                  </a:schemeClr>
                </a:gs>
                <a:gs pos="0">
                  <a:schemeClr val="bg1"/>
                </a:gs>
              </a:gsLst>
              <a:lin ang="5400000" scaled="0"/>
            </a:gra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600">
                <a:latin typeface="Trebuchet MS" pitchFamily="34" charset="0"/>
                <a:ea typeface="+mj-ea"/>
              </a:endParaRPr>
            </a:p>
          </p:txBody>
        </p:sp>
        <p:sp>
          <p:nvSpPr>
            <p:cNvPr id="40" name="자유형 39"/>
            <p:cNvSpPr/>
            <p:nvPr/>
          </p:nvSpPr>
          <p:spPr bwMode="auto">
            <a:xfrm>
              <a:off x="7013065" y="1929369"/>
              <a:ext cx="349123" cy="548490"/>
            </a:xfrm>
            <a:custGeom>
              <a:avLst/>
              <a:gdLst>
                <a:gd name="connsiteX0" fmla="*/ 0 w 289932"/>
                <a:gd name="connsiteY0" fmla="*/ 0 h 847492"/>
                <a:gd name="connsiteX1" fmla="*/ 289932 w 289932"/>
                <a:gd name="connsiteY1" fmla="*/ 267629 h 847492"/>
                <a:gd name="connsiteX2" fmla="*/ 289932 w 289932"/>
                <a:gd name="connsiteY2" fmla="*/ 847492 h 847492"/>
                <a:gd name="connsiteX3" fmla="*/ 0 w 289932"/>
                <a:gd name="connsiteY3" fmla="*/ 579863 h 847492"/>
                <a:gd name="connsiteX4" fmla="*/ 0 w 289932"/>
                <a:gd name="connsiteY4" fmla="*/ 0 h 847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9932" h="847492">
                  <a:moveTo>
                    <a:pt x="0" y="0"/>
                  </a:moveTo>
                  <a:lnTo>
                    <a:pt x="289932" y="267629"/>
                  </a:lnTo>
                  <a:lnTo>
                    <a:pt x="289932" y="847492"/>
                  </a:lnTo>
                  <a:lnTo>
                    <a:pt x="0" y="579863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100000">
                  <a:schemeClr val="tx2">
                    <a:lumMod val="60000"/>
                    <a:lumOff val="40000"/>
                    <a:alpha val="85000"/>
                  </a:schemeClr>
                </a:gs>
                <a:gs pos="0">
                  <a:schemeClr val="bg1"/>
                </a:gs>
              </a:gsLst>
              <a:lin ang="5400000" scaled="0"/>
            </a:gra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600">
                <a:latin typeface="Trebuchet MS" pitchFamily="34" charset="0"/>
                <a:ea typeface="+mj-ea"/>
              </a:endParaRPr>
            </a:p>
          </p:txBody>
        </p:sp>
        <p:sp>
          <p:nvSpPr>
            <p:cNvPr id="41" name="직사각형 40"/>
            <p:cNvSpPr/>
            <p:nvPr/>
          </p:nvSpPr>
          <p:spPr bwMode="auto">
            <a:xfrm>
              <a:off x="6042382" y="1926996"/>
              <a:ext cx="955048" cy="372825"/>
            </a:xfrm>
            <a:prstGeom prst="rect">
              <a:avLst/>
            </a:prstGeom>
            <a:gradFill>
              <a:gsLst>
                <a:gs pos="100000">
                  <a:schemeClr val="tx2">
                    <a:lumMod val="60000"/>
                    <a:lumOff val="40000"/>
                    <a:alpha val="85000"/>
                  </a:schemeClr>
                </a:gs>
                <a:gs pos="0">
                  <a:schemeClr val="bg1"/>
                </a:gs>
              </a:gsLst>
              <a:lin ang="5400000" scaled="0"/>
            </a:gra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600">
                <a:latin typeface="Trebuchet MS" pitchFamily="34" charset="0"/>
                <a:ea typeface="+mj-ea"/>
              </a:endParaRPr>
            </a:p>
          </p:txBody>
        </p:sp>
        <p:sp>
          <p:nvSpPr>
            <p:cNvPr id="42" name="자유형 41"/>
            <p:cNvSpPr/>
            <p:nvPr/>
          </p:nvSpPr>
          <p:spPr bwMode="auto">
            <a:xfrm>
              <a:off x="6042382" y="1930912"/>
              <a:ext cx="349123" cy="548490"/>
            </a:xfrm>
            <a:custGeom>
              <a:avLst/>
              <a:gdLst>
                <a:gd name="connsiteX0" fmla="*/ 0 w 289932"/>
                <a:gd name="connsiteY0" fmla="*/ 0 h 847492"/>
                <a:gd name="connsiteX1" fmla="*/ 289932 w 289932"/>
                <a:gd name="connsiteY1" fmla="*/ 267629 h 847492"/>
                <a:gd name="connsiteX2" fmla="*/ 289932 w 289932"/>
                <a:gd name="connsiteY2" fmla="*/ 847492 h 847492"/>
                <a:gd name="connsiteX3" fmla="*/ 0 w 289932"/>
                <a:gd name="connsiteY3" fmla="*/ 579863 h 847492"/>
                <a:gd name="connsiteX4" fmla="*/ 0 w 289932"/>
                <a:gd name="connsiteY4" fmla="*/ 0 h 847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9932" h="847492">
                  <a:moveTo>
                    <a:pt x="0" y="0"/>
                  </a:moveTo>
                  <a:lnTo>
                    <a:pt x="289932" y="267629"/>
                  </a:lnTo>
                  <a:lnTo>
                    <a:pt x="289932" y="847492"/>
                  </a:lnTo>
                  <a:lnTo>
                    <a:pt x="0" y="579863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100000">
                  <a:schemeClr val="tx2">
                    <a:lumMod val="60000"/>
                    <a:lumOff val="40000"/>
                    <a:alpha val="85000"/>
                  </a:schemeClr>
                </a:gs>
                <a:gs pos="0">
                  <a:schemeClr val="bg1"/>
                </a:gs>
              </a:gsLst>
              <a:lin ang="5400000" scaled="0"/>
            </a:gra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600">
                <a:latin typeface="Trebuchet MS" pitchFamily="34" charset="0"/>
                <a:ea typeface="+mj-ea"/>
              </a:endParaRPr>
            </a:p>
          </p:txBody>
        </p:sp>
        <p:sp>
          <p:nvSpPr>
            <p:cNvPr id="43" name="자유형 42"/>
            <p:cNvSpPr/>
            <p:nvPr/>
          </p:nvSpPr>
          <p:spPr bwMode="auto">
            <a:xfrm>
              <a:off x="6997430" y="1926996"/>
              <a:ext cx="349123" cy="548490"/>
            </a:xfrm>
            <a:custGeom>
              <a:avLst/>
              <a:gdLst>
                <a:gd name="connsiteX0" fmla="*/ 0 w 289932"/>
                <a:gd name="connsiteY0" fmla="*/ 0 h 847492"/>
                <a:gd name="connsiteX1" fmla="*/ 289932 w 289932"/>
                <a:gd name="connsiteY1" fmla="*/ 267629 h 847492"/>
                <a:gd name="connsiteX2" fmla="*/ 289932 w 289932"/>
                <a:gd name="connsiteY2" fmla="*/ 847492 h 847492"/>
                <a:gd name="connsiteX3" fmla="*/ 0 w 289932"/>
                <a:gd name="connsiteY3" fmla="*/ 579863 h 847492"/>
                <a:gd name="connsiteX4" fmla="*/ 0 w 289932"/>
                <a:gd name="connsiteY4" fmla="*/ 0 h 847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9932" h="847492">
                  <a:moveTo>
                    <a:pt x="0" y="0"/>
                  </a:moveTo>
                  <a:lnTo>
                    <a:pt x="289932" y="267629"/>
                  </a:lnTo>
                  <a:lnTo>
                    <a:pt x="289932" y="847492"/>
                  </a:lnTo>
                  <a:lnTo>
                    <a:pt x="0" y="579863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100000">
                  <a:schemeClr val="tx2">
                    <a:lumMod val="60000"/>
                    <a:lumOff val="40000"/>
                    <a:alpha val="85000"/>
                  </a:schemeClr>
                </a:gs>
                <a:gs pos="0">
                  <a:schemeClr val="bg1"/>
                </a:gs>
              </a:gsLst>
              <a:lin ang="5400000" scaled="0"/>
            </a:gra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600">
                <a:latin typeface="Trebuchet MS" pitchFamily="34" charset="0"/>
                <a:ea typeface="+mj-ea"/>
              </a:endParaRPr>
            </a:p>
          </p:txBody>
        </p:sp>
        <p:sp>
          <p:nvSpPr>
            <p:cNvPr id="44" name="타원 43"/>
            <p:cNvSpPr/>
            <p:nvPr/>
          </p:nvSpPr>
          <p:spPr bwMode="auto">
            <a:xfrm>
              <a:off x="6407636" y="1665904"/>
              <a:ext cx="779990" cy="539253"/>
            </a:xfrm>
            <a:prstGeom prst="ellipse">
              <a:avLst/>
            </a:prstGeom>
            <a:gradFill flip="none" rotWithShape="1">
              <a:gsLst>
                <a:gs pos="100000">
                  <a:srgbClr val="92D050"/>
                </a:gs>
                <a:gs pos="2000">
                  <a:schemeClr val="bg1"/>
                </a:gs>
              </a:gsLst>
              <a:path path="circle">
                <a:fillToRect l="50000" t="50000" r="50000" b="50000"/>
              </a:path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200" dirty="0">
                <a:solidFill>
                  <a:schemeClr val="tx1"/>
                </a:solidFill>
                <a:latin typeface="Trebuchet MS" pitchFamily="34" charset="0"/>
                <a:ea typeface="+mj-ea"/>
              </a:endParaRPr>
            </a:p>
          </p:txBody>
        </p:sp>
        <p:sp>
          <p:nvSpPr>
            <p:cNvPr id="45" name="직사각형 44"/>
            <p:cNvSpPr/>
            <p:nvPr/>
          </p:nvSpPr>
          <p:spPr bwMode="auto">
            <a:xfrm>
              <a:off x="6392321" y="2107477"/>
              <a:ext cx="988204" cy="372825"/>
            </a:xfrm>
            <a:prstGeom prst="rect">
              <a:avLst/>
            </a:prstGeom>
            <a:gradFill>
              <a:gsLst>
                <a:gs pos="100000">
                  <a:schemeClr val="tx2">
                    <a:lumMod val="60000"/>
                    <a:lumOff val="40000"/>
                    <a:alpha val="85000"/>
                  </a:schemeClr>
                </a:gs>
                <a:gs pos="0">
                  <a:schemeClr val="bg1"/>
                </a:gs>
              </a:gsLst>
              <a:lin ang="5400000" scaled="0"/>
            </a:gra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600" dirty="0">
                  <a:solidFill>
                    <a:schemeClr val="tx1"/>
                  </a:solidFill>
                  <a:latin typeface="Trebuchet MS" pitchFamily="34" charset="0"/>
                  <a:ea typeface="+mj-ea"/>
                </a:rPr>
                <a:t>p</a:t>
              </a:r>
              <a:endParaRPr lang="ko-KR" altLang="en-US" sz="1600" dirty="0">
                <a:solidFill>
                  <a:schemeClr val="tx1"/>
                </a:solidFill>
                <a:latin typeface="Trebuchet MS" pitchFamily="34" charset="0"/>
                <a:ea typeface="+mj-ea"/>
              </a:endParaRPr>
            </a:p>
          </p:txBody>
        </p:sp>
        <p:sp>
          <p:nvSpPr>
            <p:cNvPr id="46" name="자유형 45"/>
            <p:cNvSpPr/>
            <p:nvPr/>
          </p:nvSpPr>
          <p:spPr bwMode="auto">
            <a:xfrm>
              <a:off x="8681457" y="2886042"/>
              <a:ext cx="349123" cy="548490"/>
            </a:xfrm>
            <a:custGeom>
              <a:avLst/>
              <a:gdLst>
                <a:gd name="connsiteX0" fmla="*/ 0 w 289932"/>
                <a:gd name="connsiteY0" fmla="*/ 0 h 847492"/>
                <a:gd name="connsiteX1" fmla="*/ 289932 w 289932"/>
                <a:gd name="connsiteY1" fmla="*/ 267629 h 847492"/>
                <a:gd name="connsiteX2" fmla="*/ 289932 w 289932"/>
                <a:gd name="connsiteY2" fmla="*/ 847492 h 847492"/>
                <a:gd name="connsiteX3" fmla="*/ 0 w 289932"/>
                <a:gd name="connsiteY3" fmla="*/ 579863 h 847492"/>
                <a:gd name="connsiteX4" fmla="*/ 0 w 289932"/>
                <a:gd name="connsiteY4" fmla="*/ 0 h 847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9932" h="847492">
                  <a:moveTo>
                    <a:pt x="0" y="0"/>
                  </a:moveTo>
                  <a:lnTo>
                    <a:pt x="289932" y="267629"/>
                  </a:lnTo>
                  <a:lnTo>
                    <a:pt x="289932" y="847492"/>
                  </a:lnTo>
                  <a:lnTo>
                    <a:pt x="0" y="579863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100000">
                  <a:schemeClr val="tx2">
                    <a:lumMod val="60000"/>
                    <a:lumOff val="40000"/>
                    <a:alpha val="85000"/>
                  </a:schemeClr>
                </a:gs>
                <a:gs pos="0">
                  <a:schemeClr val="bg1"/>
                </a:gs>
              </a:gsLst>
              <a:lin ang="5400000" scaled="0"/>
            </a:gra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600">
                <a:latin typeface="Trebuchet MS" pitchFamily="34" charset="0"/>
                <a:ea typeface="+mj-ea"/>
              </a:endParaRPr>
            </a:p>
          </p:txBody>
        </p:sp>
        <p:sp>
          <p:nvSpPr>
            <p:cNvPr id="47" name="직사각형 46"/>
            <p:cNvSpPr/>
            <p:nvPr/>
          </p:nvSpPr>
          <p:spPr bwMode="auto">
            <a:xfrm>
              <a:off x="7710774" y="2883669"/>
              <a:ext cx="955048" cy="372825"/>
            </a:xfrm>
            <a:prstGeom prst="rect">
              <a:avLst/>
            </a:prstGeom>
            <a:gradFill>
              <a:gsLst>
                <a:gs pos="100000">
                  <a:schemeClr val="tx2">
                    <a:lumMod val="60000"/>
                    <a:lumOff val="40000"/>
                    <a:alpha val="85000"/>
                  </a:schemeClr>
                </a:gs>
                <a:gs pos="0">
                  <a:schemeClr val="bg1"/>
                </a:gs>
              </a:gsLst>
              <a:lin ang="5400000" scaled="0"/>
            </a:gra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600">
                <a:latin typeface="Trebuchet MS" pitchFamily="34" charset="0"/>
                <a:ea typeface="+mj-ea"/>
              </a:endParaRPr>
            </a:p>
          </p:txBody>
        </p:sp>
        <p:sp>
          <p:nvSpPr>
            <p:cNvPr id="48" name="자유형 47"/>
            <p:cNvSpPr/>
            <p:nvPr/>
          </p:nvSpPr>
          <p:spPr bwMode="auto">
            <a:xfrm>
              <a:off x="7710774" y="2887585"/>
              <a:ext cx="349123" cy="548490"/>
            </a:xfrm>
            <a:custGeom>
              <a:avLst/>
              <a:gdLst>
                <a:gd name="connsiteX0" fmla="*/ 0 w 289932"/>
                <a:gd name="connsiteY0" fmla="*/ 0 h 847492"/>
                <a:gd name="connsiteX1" fmla="*/ 289932 w 289932"/>
                <a:gd name="connsiteY1" fmla="*/ 267629 h 847492"/>
                <a:gd name="connsiteX2" fmla="*/ 289932 w 289932"/>
                <a:gd name="connsiteY2" fmla="*/ 847492 h 847492"/>
                <a:gd name="connsiteX3" fmla="*/ 0 w 289932"/>
                <a:gd name="connsiteY3" fmla="*/ 579863 h 847492"/>
                <a:gd name="connsiteX4" fmla="*/ 0 w 289932"/>
                <a:gd name="connsiteY4" fmla="*/ 0 h 847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9932" h="847492">
                  <a:moveTo>
                    <a:pt x="0" y="0"/>
                  </a:moveTo>
                  <a:lnTo>
                    <a:pt x="289932" y="267629"/>
                  </a:lnTo>
                  <a:lnTo>
                    <a:pt x="289932" y="847492"/>
                  </a:lnTo>
                  <a:lnTo>
                    <a:pt x="0" y="579863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100000">
                  <a:schemeClr val="tx2">
                    <a:lumMod val="60000"/>
                    <a:lumOff val="40000"/>
                    <a:alpha val="85000"/>
                  </a:schemeClr>
                </a:gs>
                <a:gs pos="0">
                  <a:schemeClr val="bg1"/>
                </a:gs>
              </a:gsLst>
              <a:lin ang="5400000" scaled="0"/>
            </a:gra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600">
                <a:latin typeface="Trebuchet MS" pitchFamily="34" charset="0"/>
                <a:ea typeface="+mj-ea"/>
              </a:endParaRPr>
            </a:p>
          </p:txBody>
        </p:sp>
        <p:sp>
          <p:nvSpPr>
            <p:cNvPr id="49" name="자유형 48"/>
            <p:cNvSpPr/>
            <p:nvPr/>
          </p:nvSpPr>
          <p:spPr bwMode="auto">
            <a:xfrm>
              <a:off x="8665822" y="2883669"/>
              <a:ext cx="349123" cy="548490"/>
            </a:xfrm>
            <a:custGeom>
              <a:avLst/>
              <a:gdLst>
                <a:gd name="connsiteX0" fmla="*/ 0 w 289932"/>
                <a:gd name="connsiteY0" fmla="*/ 0 h 847492"/>
                <a:gd name="connsiteX1" fmla="*/ 289932 w 289932"/>
                <a:gd name="connsiteY1" fmla="*/ 267629 h 847492"/>
                <a:gd name="connsiteX2" fmla="*/ 289932 w 289932"/>
                <a:gd name="connsiteY2" fmla="*/ 847492 h 847492"/>
                <a:gd name="connsiteX3" fmla="*/ 0 w 289932"/>
                <a:gd name="connsiteY3" fmla="*/ 579863 h 847492"/>
                <a:gd name="connsiteX4" fmla="*/ 0 w 289932"/>
                <a:gd name="connsiteY4" fmla="*/ 0 h 847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9932" h="847492">
                  <a:moveTo>
                    <a:pt x="0" y="0"/>
                  </a:moveTo>
                  <a:lnTo>
                    <a:pt x="289932" y="267629"/>
                  </a:lnTo>
                  <a:lnTo>
                    <a:pt x="289932" y="847492"/>
                  </a:lnTo>
                  <a:lnTo>
                    <a:pt x="0" y="579863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100000">
                  <a:schemeClr val="tx2">
                    <a:lumMod val="60000"/>
                    <a:lumOff val="40000"/>
                    <a:alpha val="85000"/>
                  </a:schemeClr>
                </a:gs>
                <a:gs pos="0">
                  <a:schemeClr val="bg1"/>
                </a:gs>
              </a:gsLst>
              <a:lin ang="5400000" scaled="0"/>
            </a:gra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600">
                <a:latin typeface="Trebuchet MS" pitchFamily="34" charset="0"/>
                <a:ea typeface="+mj-ea"/>
              </a:endParaRPr>
            </a:p>
          </p:txBody>
        </p:sp>
        <p:sp>
          <p:nvSpPr>
            <p:cNvPr id="50" name="타원 49"/>
            <p:cNvSpPr/>
            <p:nvPr/>
          </p:nvSpPr>
          <p:spPr bwMode="auto">
            <a:xfrm>
              <a:off x="8076028" y="2659283"/>
              <a:ext cx="779990" cy="502547"/>
            </a:xfrm>
            <a:prstGeom prst="ellipse">
              <a:avLst/>
            </a:prstGeom>
            <a:gradFill flip="none" rotWithShape="1">
              <a:gsLst>
                <a:gs pos="100000">
                  <a:srgbClr val="92D050"/>
                </a:gs>
                <a:gs pos="2000">
                  <a:schemeClr val="bg1"/>
                </a:gs>
              </a:gsLst>
              <a:path path="circle">
                <a:fillToRect l="50000" t="50000" r="50000" b="50000"/>
              </a:path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200" dirty="0">
                <a:solidFill>
                  <a:schemeClr val="tx1"/>
                </a:solidFill>
                <a:latin typeface="Trebuchet MS" pitchFamily="34" charset="0"/>
                <a:ea typeface="+mj-ea"/>
              </a:endParaRPr>
            </a:p>
          </p:txBody>
        </p:sp>
        <p:sp>
          <p:nvSpPr>
            <p:cNvPr id="51" name="직사각형 50"/>
            <p:cNvSpPr/>
            <p:nvPr/>
          </p:nvSpPr>
          <p:spPr bwMode="auto">
            <a:xfrm>
              <a:off x="8060713" y="3064150"/>
              <a:ext cx="988204" cy="372825"/>
            </a:xfrm>
            <a:prstGeom prst="rect">
              <a:avLst/>
            </a:prstGeom>
            <a:gradFill>
              <a:gsLst>
                <a:gs pos="100000">
                  <a:schemeClr val="tx2">
                    <a:lumMod val="60000"/>
                    <a:lumOff val="40000"/>
                    <a:alpha val="85000"/>
                  </a:schemeClr>
                </a:gs>
                <a:gs pos="0">
                  <a:schemeClr val="bg1"/>
                </a:gs>
              </a:gsLst>
              <a:lin ang="5400000" scaled="0"/>
            </a:gra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600" dirty="0" err="1">
                  <a:solidFill>
                    <a:schemeClr val="tx1"/>
                  </a:solidFill>
                  <a:latin typeface="Trebuchet MS" pitchFamily="34" charset="0"/>
                  <a:ea typeface="+mj-ea"/>
                </a:rPr>
                <a:t>q</a:t>
              </a:r>
              <a:endParaRPr lang="ko-KR" altLang="en-US" sz="1600" dirty="0">
                <a:solidFill>
                  <a:schemeClr val="tx1"/>
                </a:solidFill>
                <a:latin typeface="Trebuchet MS" pitchFamily="34" charset="0"/>
                <a:ea typeface="+mj-ea"/>
              </a:endParaRPr>
            </a:p>
          </p:txBody>
        </p:sp>
        <p:sp>
          <p:nvSpPr>
            <p:cNvPr id="52" name="타원형 설명선 51"/>
            <p:cNvSpPr/>
            <p:nvPr/>
          </p:nvSpPr>
          <p:spPr>
            <a:xfrm>
              <a:off x="4845050" y="2076450"/>
              <a:ext cx="739775" cy="396875"/>
            </a:xfrm>
            <a:prstGeom prst="wedgeEllipseCallout">
              <a:avLst>
                <a:gd name="adj1" fmla="val -14814"/>
                <a:gd name="adj2" fmla="val 79202"/>
              </a:avLst>
            </a:prstGeom>
            <a:solidFill>
              <a:srgbClr val="CCFFFF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400" dirty="0">
                  <a:solidFill>
                    <a:schemeClr val="tx1"/>
                  </a:solidFill>
                  <a:latin typeface="Trebuchet MS" pitchFamily="34" charset="0"/>
                  <a:ea typeface="+mj-ea"/>
                </a:rPr>
                <a:t>**q</a:t>
              </a:r>
              <a:endParaRPr lang="ko-KR" altLang="en-US" sz="1400" dirty="0">
                <a:solidFill>
                  <a:schemeClr val="tx1"/>
                </a:solidFill>
                <a:latin typeface="Trebuchet MS" pitchFamily="34" charset="0"/>
                <a:ea typeface="+mj-ea"/>
              </a:endParaRPr>
            </a:p>
          </p:txBody>
        </p:sp>
        <p:sp>
          <p:nvSpPr>
            <p:cNvPr id="53" name="타원형 설명선 52"/>
            <p:cNvSpPr/>
            <p:nvPr/>
          </p:nvSpPr>
          <p:spPr>
            <a:xfrm>
              <a:off x="6556375" y="1112838"/>
              <a:ext cx="738188" cy="396875"/>
            </a:xfrm>
            <a:prstGeom prst="wedgeEllipseCallout">
              <a:avLst>
                <a:gd name="adj1" fmla="val -17655"/>
                <a:gd name="adj2" fmla="val 79301"/>
              </a:avLst>
            </a:prstGeom>
            <a:solidFill>
              <a:srgbClr val="CCFFFF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400" dirty="0">
                  <a:solidFill>
                    <a:schemeClr val="tx1"/>
                  </a:solidFill>
                  <a:latin typeface="Trebuchet MS" pitchFamily="34" charset="0"/>
                  <a:ea typeface="+mj-ea"/>
                </a:rPr>
                <a:t>*q</a:t>
              </a:r>
              <a:endParaRPr lang="ko-KR" altLang="en-US" sz="1400" dirty="0">
                <a:solidFill>
                  <a:schemeClr val="tx1"/>
                </a:solidFill>
                <a:latin typeface="Trebuchet MS" pitchFamily="34" charset="0"/>
                <a:ea typeface="+mj-ea"/>
              </a:endParaRPr>
            </a:p>
          </p:txBody>
        </p:sp>
        <p:sp>
          <p:nvSpPr>
            <p:cNvPr id="54" name="TextBox 53"/>
            <p:cNvSpPr txBox="1">
              <a:spLocks noChangeArrowheads="1"/>
            </p:cNvSpPr>
            <p:nvPr/>
          </p:nvSpPr>
          <p:spPr bwMode="auto">
            <a:xfrm>
              <a:off x="4860925" y="3400425"/>
              <a:ext cx="691018" cy="3040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ko-KR" altLang="en-US" sz="1200">
                  <a:latin typeface="Trebuchet MS" pitchFamily="34" charset="0"/>
                  <a:ea typeface="+mj-ea"/>
                </a:rPr>
                <a:t>변수 </a:t>
              </a:r>
              <a:r>
                <a:rPr lang="en-US" altLang="ko-KR" sz="1200">
                  <a:latin typeface="Trebuchet MS" pitchFamily="34" charset="0"/>
                  <a:ea typeface="+mj-ea"/>
                </a:rPr>
                <a:t>i</a:t>
              </a:r>
              <a:endParaRPr lang="ko-KR" altLang="en-US" sz="1200">
                <a:latin typeface="Trebuchet MS" pitchFamily="34" charset="0"/>
                <a:ea typeface="+mj-ea"/>
              </a:endParaRPr>
            </a:p>
          </p:txBody>
        </p:sp>
        <p:sp>
          <p:nvSpPr>
            <p:cNvPr id="55" name="TextBox 54"/>
            <p:cNvSpPr txBox="1">
              <a:spLocks noChangeArrowheads="1"/>
            </p:cNvSpPr>
            <p:nvPr/>
          </p:nvSpPr>
          <p:spPr bwMode="auto">
            <a:xfrm>
              <a:off x="6518275" y="2482850"/>
              <a:ext cx="767121" cy="3040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ko-KR" altLang="en-US" sz="1200">
                  <a:latin typeface="Trebuchet MS" pitchFamily="34" charset="0"/>
                  <a:ea typeface="+mj-ea"/>
                </a:rPr>
                <a:t>포인터</a:t>
              </a:r>
            </a:p>
          </p:txBody>
        </p:sp>
        <p:sp>
          <p:nvSpPr>
            <p:cNvPr id="56" name="TextBox 55"/>
            <p:cNvSpPr txBox="1">
              <a:spLocks noChangeArrowheads="1"/>
            </p:cNvSpPr>
            <p:nvPr/>
          </p:nvSpPr>
          <p:spPr bwMode="auto">
            <a:xfrm>
              <a:off x="8001000" y="3505200"/>
              <a:ext cx="1132416" cy="3040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ko-KR" altLang="en-US" sz="1200">
                  <a:latin typeface="Trebuchet MS" pitchFamily="34" charset="0"/>
                  <a:ea typeface="+mj-ea"/>
                </a:rPr>
                <a:t>이중포인터</a:t>
              </a:r>
            </a:p>
          </p:txBody>
        </p:sp>
        <p:cxnSp>
          <p:nvCxnSpPr>
            <p:cNvPr id="57" name="직선 화살표 연결선 56"/>
            <p:cNvCxnSpPr/>
            <p:nvPr/>
          </p:nvCxnSpPr>
          <p:spPr>
            <a:xfrm flipH="1" flipV="1">
              <a:off x="7381875" y="2300288"/>
              <a:ext cx="1022350" cy="609600"/>
            </a:xfrm>
            <a:prstGeom prst="straightConnector1">
              <a:avLst/>
            </a:prstGeom>
            <a:ln w="19050">
              <a:solidFill>
                <a:schemeClr val="tx2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직선 화살표 연결선 57"/>
            <p:cNvCxnSpPr/>
            <p:nvPr/>
          </p:nvCxnSpPr>
          <p:spPr>
            <a:xfrm flipH="1">
              <a:off x="5708650" y="1947863"/>
              <a:ext cx="1076325" cy="1270000"/>
            </a:xfrm>
            <a:prstGeom prst="straightConnector1">
              <a:avLst/>
            </a:prstGeom>
            <a:ln w="19050" cap="rnd">
              <a:solidFill>
                <a:schemeClr val="tx2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타원 58"/>
            <p:cNvSpPr/>
            <p:nvPr/>
          </p:nvSpPr>
          <p:spPr bwMode="auto">
            <a:xfrm>
              <a:off x="4748012" y="2621815"/>
              <a:ext cx="779990" cy="496069"/>
            </a:xfrm>
            <a:prstGeom prst="ellipse">
              <a:avLst/>
            </a:prstGeom>
            <a:gradFill flip="none" rotWithShape="1">
              <a:gsLst>
                <a:gs pos="100000">
                  <a:srgbClr val="92D050"/>
                </a:gs>
                <a:gs pos="2000">
                  <a:schemeClr val="bg1"/>
                </a:gs>
              </a:gsLst>
              <a:path path="circle">
                <a:fillToRect l="50000" t="50000" r="50000" b="50000"/>
              </a:path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200" dirty="0">
                  <a:solidFill>
                    <a:schemeClr val="tx1"/>
                  </a:solidFill>
                  <a:latin typeface="Trebuchet MS" pitchFamily="34" charset="0"/>
                  <a:ea typeface="+mj-ea"/>
                </a:rPr>
                <a:t>100</a:t>
              </a:r>
              <a:endParaRPr lang="ko-KR" altLang="en-US" sz="1200" dirty="0">
                <a:solidFill>
                  <a:schemeClr val="tx1"/>
                </a:solidFill>
                <a:latin typeface="Trebuchet MS" pitchFamily="34" charset="0"/>
                <a:ea typeface="+mj-ea"/>
              </a:endParaRPr>
            </a:p>
          </p:txBody>
        </p:sp>
        <p:sp>
          <p:nvSpPr>
            <p:cNvPr id="60" name="타원 59"/>
            <p:cNvSpPr/>
            <p:nvPr/>
          </p:nvSpPr>
          <p:spPr bwMode="auto">
            <a:xfrm>
              <a:off x="4748012" y="2617899"/>
              <a:ext cx="779990" cy="496069"/>
            </a:xfrm>
            <a:prstGeom prst="ellipse">
              <a:avLst/>
            </a:prstGeom>
            <a:gradFill flip="none" rotWithShape="1">
              <a:gsLst>
                <a:gs pos="100000">
                  <a:srgbClr val="92D050"/>
                </a:gs>
                <a:gs pos="2000">
                  <a:schemeClr val="bg1"/>
                </a:gs>
              </a:gsLst>
              <a:path path="circle">
                <a:fillToRect l="50000" t="50000" r="50000" b="50000"/>
              </a:path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200" dirty="0">
                  <a:solidFill>
                    <a:schemeClr val="tx1"/>
                  </a:solidFill>
                  <a:latin typeface="Trebuchet MS" pitchFamily="34" charset="0"/>
                  <a:ea typeface="+mj-ea"/>
                </a:rPr>
                <a:t>200</a:t>
              </a:r>
              <a:endParaRPr lang="ko-KR" altLang="en-US" sz="1200" dirty="0">
                <a:solidFill>
                  <a:schemeClr val="tx1"/>
                </a:solidFill>
                <a:latin typeface="Trebuchet MS" pitchFamily="34" charset="0"/>
                <a:ea typeface="+mj-ea"/>
              </a:endParaRPr>
            </a:p>
          </p:txBody>
        </p:sp>
        <p:sp>
          <p:nvSpPr>
            <p:cNvPr id="61" name="타원 60"/>
            <p:cNvSpPr/>
            <p:nvPr/>
          </p:nvSpPr>
          <p:spPr bwMode="auto">
            <a:xfrm>
              <a:off x="4750135" y="2609940"/>
              <a:ext cx="779990" cy="496069"/>
            </a:xfrm>
            <a:prstGeom prst="ellipse">
              <a:avLst/>
            </a:prstGeom>
            <a:gradFill flip="none" rotWithShape="1">
              <a:gsLst>
                <a:gs pos="100000">
                  <a:srgbClr val="92D050"/>
                </a:gs>
                <a:gs pos="2000">
                  <a:schemeClr val="bg1"/>
                </a:gs>
              </a:gsLst>
              <a:path path="circle">
                <a:fillToRect l="50000" t="50000" r="50000" b="50000"/>
              </a:path>
              <a:tileRect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200" dirty="0">
                  <a:solidFill>
                    <a:schemeClr val="tx1"/>
                  </a:solidFill>
                  <a:latin typeface="Trebuchet MS" pitchFamily="34" charset="0"/>
                  <a:ea typeface="+mj-ea"/>
                </a:rPr>
                <a:t>300</a:t>
              </a:r>
              <a:endParaRPr lang="ko-KR" altLang="en-US" sz="1200" dirty="0">
                <a:solidFill>
                  <a:schemeClr val="tx1"/>
                </a:solidFill>
                <a:latin typeface="Trebuchet MS" pitchFamily="34" charset="0"/>
                <a:ea typeface="+mj-ea"/>
              </a:endParaRPr>
            </a:p>
          </p:txBody>
        </p:sp>
        <p:sp>
          <p:nvSpPr>
            <p:cNvPr id="62" name="직사각형 61"/>
            <p:cNvSpPr/>
            <p:nvPr/>
          </p:nvSpPr>
          <p:spPr bwMode="auto">
            <a:xfrm>
              <a:off x="4720822" y="3032079"/>
              <a:ext cx="988204" cy="372825"/>
            </a:xfrm>
            <a:prstGeom prst="rect">
              <a:avLst/>
            </a:prstGeom>
            <a:gradFill>
              <a:gsLst>
                <a:gs pos="100000">
                  <a:schemeClr val="tx2">
                    <a:lumMod val="60000"/>
                    <a:lumOff val="40000"/>
                    <a:alpha val="85000"/>
                  </a:schemeClr>
                </a:gs>
                <a:gs pos="0">
                  <a:schemeClr val="bg1"/>
                </a:gs>
              </a:gsLst>
              <a:lin ang="5400000" scaled="0"/>
            </a:gra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600" dirty="0" err="1">
                  <a:solidFill>
                    <a:schemeClr val="tx1"/>
                  </a:solidFill>
                  <a:latin typeface="Trebuchet MS" pitchFamily="34" charset="0"/>
                  <a:ea typeface="+mj-ea"/>
                </a:rPr>
                <a:t>i</a:t>
              </a:r>
              <a:endParaRPr lang="ko-KR" altLang="en-US" sz="1600" dirty="0">
                <a:solidFill>
                  <a:schemeClr val="tx1"/>
                </a:solidFill>
                <a:latin typeface="Trebuchet MS" pitchFamily="34" charset="0"/>
                <a:ea typeface="+mj-ea"/>
              </a:endParaRPr>
            </a:p>
          </p:txBody>
        </p: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C1A9909F-2774-4C22-B935-27DA0554E530}"/>
              </a:ext>
            </a:extLst>
          </p:cNvPr>
          <p:cNvGrpSpPr/>
          <p:nvPr/>
        </p:nvGrpSpPr>
        <p:grpSpPr>
          <a:xfrm>
            <a:off x="1095908" y="5685752"/>
            <a:ext cx="7741997" cy="914960"/>
            <a:chOff x="5038165" y="815788"/>
            <a:chExt cx="3663880" cy="1316231"/>
          </a:xfrm>
        </p:grpSpPr>
        <p:pic>
          <p:nvPicPr>
            <p:cNvPr id="64" name="그림 63">
              <a:extLst>
                <a:ext uri="{FF2B5EF4-FFF2-40B4-BE49-F238E27FC236}">
                  <a16:creationId xmlns:a16="http://schemas.microsoft.com/office/drawing/2014/main" id="{E00142F0-E393-494A-B50A-A43FC0C88D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56679" y="1781959"/>
              <a:ext cx="745785" cy="350060"/>
            </a:xfrm>
            <a:prstGeom prst="rect">
              <a:avLst/>
            </a:prstGeom>
          </p:spPr>
        </p:pic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13DFA9AF-4ACB-47B4-8CCE-8C0AD7BB1700}"/>
                </a:ext>
              </a:extLst>
            </p:cNvPr>
            <p:cNvSpPr/>
            <p:nvPr/>
          </p:nvSpPr>
          <p:spPr>
            <a:xfrm>
              <a:off x="5038165" y="815788"/>
              <a:ext cx="3663880" cy="1123893"/>
            </a:xfrm>
            <a:prstGeom prst="rect">
              <a:avLst/>
            </a:prstGeom>
            <a:solidFill>
              <a:srgbClr val="1F6EA7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dirty="0" err="1">
                  <a:latin typeface="Trebuchet MS" panose="020B0603020202020204" pitchFamily="34" charset="0"/>
                  <a:ea typeface="굴림" panose="020B0600000101010101" pitchFamily="50" charset="-127"/>
                </a:rPr>
                <a:t>i</a:t>
              </a:r>
              <a:r>
                <a:rPr lang="en-US" altLang="ko-KR" sz="1400" dirty="0">
                  <a:latin typeface="Trebuchet MS" panose="020B0603020202020204" pitchFamily="34" charset="0"/>
                  <a:ea typeface="굴림" panose="020B0600000101010101" pitchFamily="50" charset="-127"/>
                </a:rPr>
                <a:t>=200</a:t>
              </a:r>
            </a:p>
            <a:p>
              <a:pPr algn="just"/>
              <a:r>
                <a:rPr lang="en-US" altLang="ko-KR" sz="1400" dirty="0" err="1">
                  <a:latin typeface="Trebuchet MS" panose="020B0603020202020204" pitchFamily="34" charset="0"/>
                  <a:ea typeface="굴림" panose="020B0600000101010101" pitchFamily="50" charset="-127"/>
                </a:rPr>
                <a:t>i</a:t>
              </a:r>
              <a:r>
                <a:rPr lang="en-US" altLang="ko-KR" sz="1400" dirty="0">
                  <a:latin typeface="Trebuchet MS" panose="020B0603020202020204" pitchFamily="34" charset="0"/>
                  <a:ea typeface="굴림" panose="020B0600000101010101" pitchFamily="50" charset="-127"/>
                </a:rPr>
                <a:t>=300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94733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Lab </a:t>
            </a:r>
            <a:r>
              <a:rPr lang="en-US" altLang="ko-KR" dirty="0"/>
              <a:t>2 : </a:t>
            </a:r>
            <a:r>
              <a:rPr lang="ko-KR" altLang="en-US" dirty="0"/>
              <a:t>이중 포인터</a:t>
            </a:r>
            <a:endParaRPr lang="en-US" altLang="ko-KR" dirty="0"/>
          </a:p>
        </p:txBody>
      </p:sp>
      <p:sp>
        <p:nvSpPr>
          <p:cNvPr id="5123" name="Rectangle 3"/>
          <p:cNvSpPr>
            <a:spLocks noChangeArrowheads="1"/>
          </p:cNvSpPr>
          <p:nvPr/>
        </p:nvSpPr>
        <p:spPr bwMode="auto">
          <a:xfrm>
            <a:off x="1115616" y="1193800"/>
            <a:ext cx="7776864" cy="4035400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>
                      <a:alpha val="50000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ko-KR" sz="1600" dirty="0">
                <a:solidFill>
                  <a:srgbClr val="80808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#include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A31515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&lt;</a:t>
            </a:r>
            <a:r>
              <a:rPr lang="en-US" altLang="ko-KR" sz="1600" dirty="0" err="1">
                <a:solidFill>
                  <a:srgbClr val="A31515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stdio.h</a:t>
            </a:r>
            <a:r>
              <a:rPr lang="en-US" altLang="ko-KR" sz="1600" dirty="0">
                <a:solidFill>
                  <a:srgbClr val="A31515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&gt;</a:t>
            </a:r>
            <a:endParaRPr lang="en-US" altLang="ko-KR" sz="1600" dirty="0">
              <a:solidFill>
                <a:srgbClr val="000000"/>
              </a:solidFill>
              <a:latin typeface="Trebuchet MS" panose="020B0603020202020204" pitchFamily="34" charset="0"/>
              <a:ea typeface="돋움체" panose="020B0609000101010101" pitchFamily="49" charset="-127"/>
            </a:endParaRPr>
          </a:p>
          <a:p>
            <a:endParaRPr lang="ko-KR" altLang="en-US" sz="1600" dirty="0">
              <a:solidFill>
                <a:srgbClr val="000000"/>
              </a:solidFill>
              <a:latin typeface="Trebuchet MS" panose="020B0603020202020204" pitchFamily="34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FF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set_pointer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(</a:t>
            </a:r>
            <a:r>
              <a:rPr lang="en-US" altLang="ko-KR" sz="1600" dirty="0">
                <a:solidFill>
                  <a:srgbClr val="0000FF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char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** </a:t>
            </a:r>
            <a:r>
              <a:rPr lang="en-US" altLang="ko-KR" sz="1600" dirty="0">
                <a:solidFill>
                  <a:srgbClr val="80808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q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 main(</a:t>
            </a:r>
            <a:r>
              <a:rPr lang="en-US" altLang="ko-KR" sz="1600" dirty="0">
                <a:solidFill>
                  <a:srgbClr val="0000FF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)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0000FF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char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* p;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set_pointer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(&amp;p);</a:t>
            </a:r>
          </a:p>
          <a:p>
            <a:endParaRPr lang="ko-KR" altLang="en-US" sz="1600" dirty="0">
              <a:solidFill>
                <a:srgbClr val="000000"/>
              </a:solidFill>
              <a:latin typeface="Trebuchet MS" panose="020B0603020202020204" pitchFamily="34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printf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(</a:t>
            </a:r>
            <a:r>
              <a:rPr lang="en-US" altLang="ko-KR" sz="1600" dirty="0">
                <a:solidFill>
                  <a:srgbClr val="A31515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"</a:t>
            </a:r>
            <a:r>
              <a:rPr lang="ko-KR" altLang="en-US" sz="1600" dirty="0">
                <a:solidFill>
                  <a:srgbClr val="A31515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오늘의 격언</a:t>
            </a:r>
            <a:r>
              <a:rPr lang="en-US" altLang="ko-KR" sz="1600" dirty="0">
                <a:solidFill>
                  <a:srgbClr val="A31515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: %s \n"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, p);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0000FF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return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 0;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}</a:t>
            </a:r>
          </a:p>
          <a:p>
            <a:endParaRPr lang="ko-KR" altLang="en-US" sz="1600" dirty="0">
              <a:solidFill>
                <a:srgbClr val="000000"/>
              </a:solidFill>
              <a:latin typeface="Trebuchet MS" panose="020B0603020202020204" pitchFamily="34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FF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set_pointer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(</a:t>
            </a:r>
            <a:r>
              <a:rPr lang="en-US" altLang="ko-KR" sz="1600" dirty="0">
                <a:solidFill>
                  <a:srgbClr val="0000FF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char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** </a:t>
            </a:r>
            <a:r>
              <a:rPr lang="en-US" altLang="ko-KR" sz="1600" dirty="0">
                <a:solidFill>
                  <a:srgbClr val="80808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q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)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    *</a:t>
            </a:r>
            <a:r>
              <a:rPr lang="en-US" altLang="ko-KR" sz="1600" dirty="0">
                <a:solidFill>
                  <a:srgbClr val="80808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q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 = </a:t>
            </a:r>
            <a:r>
              <a:rPr lang="en-US" altLang="ko-KR" sz="1600" dirty="0">
                <a:solidFill>
                  <a:srgbClr val="A31515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"All that glisters is not gold."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}</a:t>
            </a:r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0" y="30257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5125" name="Rectangle 5"/>
          <p:cNvSpPr>
            <a:spLocks noChangeArrowheads="1"/>
          </p:cNvSpPr>
          <p:nvPr/>
        </p:nvSpPr>
        <p:spPr bwMode="auto">
          <a:xfrm>
            <a:off x="0" y="31273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5126" name="Rectangle 6"/>
          <p:cNvSpPr>
            <a:spLocks noChangeArrowheads="1"/>
          </p:cNvSpPr>
          <p:nvPr/>
        </p:nvSpPr>
        <p:spPr bwMode="auto">
          <a:xfrm>
            <a:off x="0" y="30908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5127" name="Rectangle 7"/>
          <p:cNvSpPr>
            <a:spLocks noChangeArrowheads="1"/>
          </p:cNvSpPr>
          <p:nvPr/>
        </p:nvSpPr>
        <p:spPr bwMode="auto">
          <a:xfrm>
            <a:off x="0" y="28225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5292080" y="2708920"/>
            <a:ext cx="201622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tx2"/>
                </a:solidFill>
              </a:rPr>
              <a:t>포인터</a:t>
            </a:r>
            <a:r>
              <a:rPr lang="en-US" altLang="ko-KR" sz="1400" b="1" dirty="0">
                <a:solidFill>
                  <a:schemeClr val="tx2"/>
                </a:solidFill>
              </a:rPr>
              <a:t> p</a:t>
            </a:r>
            <a:r>
              <a:rPr lang="ko-KR" altLang="en-US" sz="1400" b="1" dirty="0">
                <a:solidFill>
                  <a:schemeClr val="tx2"/>
                </a:solidFill>
              </a:rPr>
              <a:t>의 값을 함수에서 변경하려면 주소를 보내야 한다</a:t>
            </a:r>
            <a:r>
              <a:rPr lang="en-US" altLang="ko-KR" sz="1400" b="1" dirty="0">
                <a:solidFill>
                  <a:schemeClr val="tx2"/>
                </a:solidFill>
              </a:rPr>
              <a:t>. </a:t>
            </a:r>
            <a:endParaRPr lang="ko-KR" altLang="en-US" sz="1400" b="1" dirty="0">
              <a:solidFill>
                <a:schemeClr val="tx2"/>
              </a:solidFill>
            </a:endParaRPr>
          </a:p>
        </p:txBody>
      </p:sp>
      <p:sp>
        <p:nvSpPr>
          <p:cNvPr id="5" name="자유형 4"/>
          <p:cNvSpPr/>
          <p:nvPr/>
        </p:nvSpPr>
        <p:spPr>
          <a:xfrm>
            <a:off x="3416060" y="3148642"/>
            <a:ext cx="1932317" cy="1061049"/>
          </a:xfrm>
          <a:custGeom>
            <a:avLst/>
            <a:gdLst>
              <a:gd name="connsiteX0" fmla="*/ 1932317 w 1932317"/>
              <a:gd name="connsiteY0" fmla="*/ 0 h 1061049"/>
              <a:gd name="connsiteX1" fmla="*/ 1863306 w 1932317"/>
              <a:gd name="connsiteY1" fmla="*/ 17252 h 1061049"/>
              <a:gd name="connsiteX2" fmla="*/ 1828800 w 1932317"/>
              <a:gd name="connsiteY2" fmla="*/ 34505 h 1061049"/>
              <a:gd name="connsiteX3" fmla="*/ 1751163 w 1932317"/>
              <a:gd name="connsiteY3" fmla="*/ 60384 h 1061049"/>
              <a:gd name="connsiteX4" fmla="*/ 1664898 w 1932317"/>
              <a:gd name="connsiteY4" fmla="*/ 94890 h 1061049"/>
              <a:gd name="connsiteX5" fmla="*/ 1595887 w 1932317"/>
              <a:gd name="connsiteY5" fmla="*/ 112143 h 1061049"/>
              <a:gd name="connsiteX6" fmla="*/ 1535502 w 1932317"/>
              <a:gd name="connsiteY6" fmla="*/ 129396 h 1061049"/>
              <a:gd name="connsiteX7" fmla="*/ 1414732 w 1932317"/>
              <a:gd name="connsiteY7" fmla="*/ 146649 h 1061049"/>
              <a:gd name="connsiteX8" fmla="*/ 1242204 w 1932317"/>
              <a:gd name="connsiteY8" fmla="*/ 172528 h 1061049"/>
              <a:gd name="connsiteX9" fmla="*/ 1199072 w 1932317"/>
              <a:gd name="connsiteY9" fmla="*/ 181154 h 1061049"/>
              <a:gd name="connsiteX10" fmla="*/ 1086929 w 1932317"/>
              <a:gd name="connsiteY10" fmla="*/ 198407 h 1061049"/>
              <a:gd name="connsiteX11" fmla="*/ 992038 w 1932317"/>
              <a:gd name="connsiteY11" fmla="*/ 232913 h 1061049"/>
              <a:gd name="connsiteX12" fmla="*/ 845389 w 1932317"/>
              <a:gd name="connsiteY12" fmla="*/ 258792 h 1061049"/>
              <a:gd name="connsiteX13" fmla="*/ 802257 w 1932317"/>
              <a:gd name="connsiteY13" fmla="*/ 267418 h 1061049"/>
              <a:gd name="connsiteX14" fmla="*/ 767751 w 1932317"/>
              <a:gd name="connsiteY14" fmla="*/ 276045 h 1061049"/>
              <a:gd name="connsiteX15" fmla="*/ 715993 w 1932317"/>
              <a:gd name="connsiteY15" fmla="*/ 284671 h 1061049"/>
              <a:gd name="connsiteX16" fmla="*/ 681487 w 1932317"/>
              <a:gd name="connsiteY16" fmla="*/ 301924 h 1061049"/>
              <a:gd name="connsiteX17" fmla="*/ 638355 w 1932317"/>
              <a:gd name="connsiteY17" fmla="*/ 310550 h 1061049"/>
              <a:gd name="connsiteX18" fmla="*/ 603849 w 1932317"/>
              <a:gd name="connsiteY18" fmla="*/ 319177 h 1061049"/>
              <a:gd name="connsiteX19" fmla="*/ 483080 w 1932317"/>
              <a:gd name="connsiteY19" fmla="*/ 345056 h 1061049"/>
              <a:gd name="connsiteX20" fmla="*/ 457200 w 1932317"/>
              <a:gd name="connsiteY20" fmla="*/ 353683 h 1061049"/>
              <a:gd name="connsiteX21" fmla="*/ 405442 w 1932317"/>
              <a:gd name="connsiteY21" fmla="*/ 362309 h 1061049"/>
              <a:gd name="connsiteX22" fmla="*/ 181155 w 1932317"/>
              <a:gd name="connsiteY22" fmla="*/ 414067 h 1061049"/>
              <a:gd name="connsiteX23" fmla="*/ 129397 w 1932317"/>
              <a:gd name="connsiteY23" fmla="*/ 431320 h 1061049"/>
              <a:gd name="connsiteX24" fmla="*/ 86265 w 1932317"/>
              <a:gd name="connsiteY24" fmla="*/ 439947 h 1061049"/>
              <a:gd name="connsiteX25" fmla="*/ 0 w 1932317"/>
              <a:gd name="connsiteY25" fmla="*/ 465826 h 1061049"/>
              <a:gd name="connsiteX26" fmla="*/ 8627 w 1932317"/>
              <a:gd name="connsiteY26" fmla="*/ 577969 h 1061049"/>
              <a:gd name="connsiteX27" fmla="*/ 17253 w 1932317"/>
              <a:gd name="connsiteY27" fmla="*/ 603849 h 1061049"/>
              <a:gd name="connsiteX28" fmla="*/ 25880 w 1932317"/>
              <a:gd name="connsiteY28" fmla="*/ 646981 h 1061049"/>
              <a:gd name="connsiteX29" fmla="*/ 43132 w 1932317"/>
              <a:gd name="connsiteY29" fmla="*/ 672860 h 1061049"/>
              <a:gd name="connsiteX30" fmla="*/ 60385 w 1932317"/>
              <a:gd name="connsiteY30" fmla="*/ 707366 h 1061049"/>
              <a:gd name="connsiteX31" fmla="*/ 120770 w 1932317"/>
              <a:gd name="connsiteY31" fmla="*/ 785003 h 1061049"/>
              <a:gd name="connsiteX32" fmla="*/ 103517 w 1932317"/>
              <a:gd name="connsiteY32" fmla="*/ 897147 h 1061049"/>
              <a:gd name="connsiteX33" fmla="*/ 86265 w 1932317"/>
              <a:gd name="connsiteY33" fmla="*/ 923026 h 1061049"/>
              <a:gd name="connsiteX34" fmla="*/ 94891 w 1932317"/>
              <a:gd name="connsiteY34" fmla="*/ 1061049 h 10610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932317" h="1061049">
                <a:moveTo>
                  <a:pt x="1932317" y="0"/>
                </a:moveTo>
                <a:cubicBezTo>
                  <a:pt x="1907003" y="5063"/>
                  <a:pt x="1886515" y="7305"/>
                  <a:pt x="1863306" y="17252"/>
                </a:cubicBezTo>
                <a:cubicBezTo>
                  <a:pt x="1851486" y="22318"/>
                  <a:pt x="1840802" y="29889"/>
                  <a:pt x="1828800" y="34505"/>
                </a:cubicBezTo>
                <a:cubicBezTo>
                  <a:pt x="1803339" y="44298"/>
                  <a:pt x="1776491" y="50253"/>
                  <a:pt x="1751163" y="60384"/>
                </a:cubicBezTo>
                <a:cubicBezTo>
                  <a:pt x="1722408" y="71886"/>
                  <a:pt x="1694943" y="87379"/>
                  <a:pt x="1664898" y="94890"/>
                </a:cubicBezTo>
                <a:lnTo>
                  <a:pt x="1595887" y="112143"/>
                </a:lnTo>
                <a:cubicBezTo>
                  <a:pt x="1575660" y="117537"/>
                  <a:pt x="1555900" y="124689"/>
                  <a:pt x="1535502" y="129396"/>
                </a:cubicBezTo>
                <a:cubicBezTo>
                  <a:pt x="1506111" y="136178"/>
                  <a:pt x="1441143" y="143347"/>
                  <a:pt x="1414732" y="146649"/>
                </a:cubicBezTo>
                <a:cubicBezTo>
                  <a:pt x="1315400" y="179758"/>
                  <a:pt x="1401720" y="155737"/>
                  <a:pt x="1242204" y="172528"/>
                </a:cubicBezTo>
                <a:cubicBezTo>
                  <a:pt x="1227623" y="174063"/>
                  <a:pt x="1213564" y="178925"/>
                  <a:pt x="1199072" y="181154"/>
                </a:cubicBezTo>
                <a:cubicBezTo>
                  <a:pt x="1063287" y="202044"/>
                  <a:pt x="1185824" y="178629"/>
                  <a:pt x="1086929" y="198407"/>
                </a:cubicBezTo>
                <a:cubicBezTo>
                  <a:pt x="1062834" y="208045"/>
                  <a:pt x="1016298" y="227639"/>
                  <a:pt x="992038" y="232913"/>
                </a:cubicBezTo>
                <a:cubicBezTo>
                  <a:pt x="943533" y="243458"/>
                  <a:pt x="894063" y="249058"/>
                  <a:pt x="845389" y="258792"/>
                </a:cubicBezTo>
                <a:cubicBezTo>
                  <a:pt x="831012" y="261667"/>
                  <a:pt x="816570" y="264237"/>
                  <a:pt x="802257" y="267418"/>
                </a:cubicBezTo>
                <a:cubicBezTo>
                  <a:pt x="790683" y="269990"/>
                  <a:pt x="779377" y="273720"/>
                  <a:pt x="767751" y="276045"/>
                </a:cubicBezTo>
                <a:cubicBezTo>
                  <a:pt x="750600" y="279475"/>
                  <a:pt x="733246" y="281796"/>
                  <a:pt x="715993" y="284671"/>
                </a:cubicBezTo>
                <a:cubicBezTo>
                  <a:pt x="704491" y="290422"/>
                  <a:pt x="693687" y="297857"/>
                  <a:pt x="681487" y="301924"/>
                </a:cubicBezTo>
                <a:cubicBezTo>
                  <a:pt x="667577" y="306560"/>
                  <a:pt x="652668" y="307369"/>
                  <a:pt x="638355" y="310550"/>
                </a:cubicBezTo>
                <a:cubicBezTo>
                  <a:pt x="626781" y="313122"/>
                  <a:pt x="615205" y="315770"/>
                  <a:pt x="603849" y="319177"/>
                </a:cubicBezTo>
                <a:cubicBezTo>
                  <a:pt x="516053" y="345517"/>
                  <a:pt x="588041" y="331936"/>
                  <a:pt x="483080" y="345056"/>
                </a:cubicBezTo>
                <a:cubicBezTo>
                  <a:pt x="474453" y="347932"/>
                  <a:pt x="466077" y="351710"/>
                  <a:pt x="457200" y="353683"/>
                </a:cubicBezTo>
                <a:cubicBezTo>
                  <a:pt x="440126" y="357477"/>
                  <a:pt x="422295" y="357628"/>
                  <a:pt x="405442" y="362309"/>
                </a:cubicBezTo>
                <a:cubicBezTo>
                  <a:pt x="204837" y="418033"/>
                  <a:pt x="403347" y="382327"/>
                  <a:pt x="181155" y="414067"/>
                </a:cubicBezTo>
                <a:cubicBezTo>
                  <a:pt x="163902" y="419818"/>
                  <a:pt x="146942" y="426535"/>
                  <a:pt x="129397" y="431320"/>
                </a:cubicBezTo>
                <a:cubicBezTo>
                  <a:pt x="115252" y="435178"/>
                  <a:pt x="100309" y="435734"/>
                  <a:pt x="86265" y="439947"/>
                </a:cubicBezTo>
                <a:cubicBezTo>
                  <a:pt x="-27213" y="473991"/>
                  <a:pt x="112033" y="443421"/>
                  <a:pt x="0" y="465826"/>
                </a:cubicBezTo>
                <a:cubicBezTo>
                  <a:pt x="2876" y="503207"/>
                  <a:pt x="3977" y="540767"/>
                  <a:pt x="8627" y="577969"/>
                </a:cubicBezTo>
                <a:cubicBezTo>
                  <a:pt x="9755" y="586992"/>
                  <a:pt x="15048" y="595027"/>
                  <a:pt x="17253" y="603849"/>
                </a:cubicBezTo>
                <a:cubicBezTo>
                  <a:pt x="20809" y="618073"/>
                  <a:pt x="20732" y="633252"/>
                  <a:pt x="25880" y="646981"/>
                </a:cubicBezTo>
                <a:cubicBezTo>
                  <a:pt x="29520" y="656688"/>
                  <a:pt x="37988" y="663858"/>
                  <a:pt x="43132" y="672860"/>
                </a:cubicBezTo>
                <a:cubicBezTo>
                  <a:pt x="49512" y="684025"/>
                  <a:pt x="53769" y="696339"/>
                  <a:pt x="60385" y="707366"/>
                </a:cubicBezTo>
                <a:cubicBezTo>
                  <a:pt x="91339" y="758955"/>
                  <a:pt x="86300" y="750533"/>
                  <a:pt x="120770" y="785003"/>
                </a:cubicBezTo>
                <a:cubicBezTo>
                  <a:pt x="118295" y="809754"/>
                  <a:pt x="119062" y="866056"/>
                  <a:pt x="103517" y="897147"/>
                </a:cubicBezTo>
                <a:cubicBezTo>
                  <a:pt x="98881" y="906420"/>
                  <a:pt x="92016" y="914400"/>
                  <a:pt x="86265" y="923026"/>
                </a:cubicBezTo>
                <a:cubicBezTo>
                  <a:pt x="95082" y="1055291"/>
                  <a:pt x="94891" y="1009194"/>
                  <a:pt x="94891" y="1061049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CEED9DD8-5209-4275-9BCD-0936D3D38B8F}"/>
              </a:ext>
            </a:extLst>
          </p:cNvPr>
          <p:cNvGrpSpPr/>
          <p:nvPr/>
        </p:nvGrpSpPr>
        <p:grpSpPr>
          <a:xfrm>
            <a:off x="1162314" y="5432399"/>
            <a:ext cx="7741997" cy="914960"/>
            <a:chOff x="5038165" y="815788"/>
            <a:chExt cx="3663880" cy="1316231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DBEF255C-E66F-4B1C-96E2-D745FBA86B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56679" y="1781959"/>
              <a:ext cx="745785" cy="350060"/>
            </a:xfrm>
            <a:prstGeom prst="rect">
              <a:avLst/>
            </a:prstGeom>
          </p:spPr>
        </p:pic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8B6292F4-2BE7-4333-9716-356AA5989560}"/>
                </a:ext>
              </a:extLst>
            </p:cNvPr>
            <p:cNvSpPr/>
            <p:nvPr/>
          </p:nvSpPr>
          <p:spPr>
            <a:xfrm>
              <a:off x="5038165" y="815788"/>
              <a:ext cx="3663880" cy="1123893"/>
            </a:xfrm>
            <a:prstGeom prst="rect">
              <a:avLst/>
            </a:prstGeom>
            <a:solidFill>
              <a:srgbClr val="1F6EA7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ko-KR" altLang="en-US" sz="1400" dirty="0">
                  <a:latin typeface="굴림" panose="020B0600000101010101" pitchFamily="50" charset="-127"/>
                  <a:ea typeface="굴림" panose="020B0600000101010101" pitchFamily="50" charset="-127"/>
                </a:rPr>
                <a:t>오늘의 격언</a:t>
              </a:r>
              <a:r>
                <a:rPr lang="en-US" altLang="ko-KR" sz="1400" dirty="0">
                  <a:latin typeface="굴림" panose="020B0600000101010101" pitchFamily="50" charset="-127"/>
                  <a:ea typeface="굴림" panose="020B0600000101010101" pitchFamily="50" charset="-127"/>
                </a:rPr>
                <a:t>: All that glisters is not gold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Lab </a:t>
            </a:r>
            <a:r>
              <a:rPr lang="en-US" altLang="ko-KR" dirty="0" smtClean="0"/>
              <a:t>3: </a:t>
            </a:r>
            <a:r>
              <a:rPr lang="ko-KR" altLang="en-US" dirty="0" smtClean="0"/>
              <a:t>문자열 </a:t>
            </a:r>
            <a:r>
              <a:rPr lang="ko-KR" altLang="en-US" dirty="0"/>
              <a:t>배열</a:t>
            </a:r>
            <a:endParaRPr lang="en-US" altLang="ko-KR" dirty="0"/>
          </a:p>
        </p:txBody>
      </p:sp>
      <p:sp>
        <p:nvSpPr>
          <p:cNvPr id="163843" name="Rectangle 3"/>
          <p:cNvSpPr>
            <a:spLocks noChangeArrowheads="1"/>
          </p:cNvSpPr>
          <p:nvPr/>
        </p:nvSpPr>
        <p:spPr bwMode="auto">
          <a:xfrm>
            <a:off x="1116013" y="980729"/>
            <a:ext cx="7777162" cy="4753322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>
                      <a:alpha val="50000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ts val="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solidFill>
                  <a:srgbClr val="008000"/>
                </a:solidFill>
                <a:latin typeface="Trebuchet MS" panose="020B0603020202020204" pitchFamily="34" charset="0"/>
              </a:rPr>
              <a:t>// </a:t>
            </a:r>
            <a:r>
              <a:rPr lang="en-US" altLang="en-US" sz="1600" dirty="0" err="1">
                <a:solidFill>
                  <a:srgbClr val="008000"/>
                </a:solidFill>
                <a:latin typeface="Trebuchet MS" panose="020B0603020202020204" pitchFamily="34" charset="0"/>
              </a:rPr>
              <a:t>문자열</a:t>
            </a:r>
            <a:r>
              <a:rPr lang="en-US" altLang="en-US" sz="1600" dirty="0">
                <a:solidFill>
                  <a:srgbClr val="008000"/>
                </a:solidFill>
                <a:latin typeface="Trebuchet MS" panose="020B0603020202020204" pitchFamily="34" charset="0"/>
              </a:rPr>
              <a:t> </a:t>
            </a:r>
            <a:r>
              <a:rPr lang="en-US" altLang="en-US" sz="1600" dirty="0" err="1">
                <a:solidFill>
                  <a:srgbClr val="008000"/>
                </a:solidFill>
                <a:latin typeface="Trebuchet MS" panose="020B0603020202020204" pitchFamily="34" charset="0"/>
              </a:rPr>
              <a:t>배열</a:t>
            </a:r>
            <a:endParaRPr lang="en-US" altLang="en-US" sz="1600" dirty="0">
              <a:latin typeface="Trebuchet MS" panose="020B0603020202020204" pitchFamily="34" charset="0"/>
            </a:endParaRPr>
          </a:p>
          <a:p>
            <a:pPr marL="342900" indent="-342900">
              <a:spcBef>
                <a:spcPts val="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solidFill>
                  <a:srgbClr val="0000FF"/>
                </a:solidFill>
                <a:latin typeface="Trebuchet MS" panose="020B0603020202020204" pitchFamily="34" charset="0"/>
              </a:rPr>
              <a:t>#include</a:t>
            </a:r>
            <a:r>
              <a:rPr lang="en-US" altLang="en-US" sz="1600" dirty="0">
                <a:latin typeface="Trebuchet MS" panose="020B0603020202020204" pitchFamily="34" charset="0"/>
              </a:rPr>
              <a:t> </a:t>
            </a:r>
            <a:r>
              <a:rPr lang="en-US" altLang="en-US" sz="1600" dirty="0">
                <a:solidFill>
                  <a:srgbClr val="800000"/>
                </a:solidFill>
                <a:latin typeface="Trebuchet MS" panose="020B0603020202020204" pitchFamily="34" charset="0"/>
              </a:rPr>
              <a:t>&lt;</a:t>
            </a:r>
            <a:r>
              <a:rPr lang="en-US" altLang="en-US" sz="1600" dirty="0" err="1">
                <a:solidFill>
                  <a:srgbClr val="800000"/>
                </a:solidFill>
                <a:latin typeface="Trebuchet MS" panose="020B0603020202020204" pitchFamily="34" charset="0"/>
              </a:rPr>
              <a:t>stdio.h</a:t>
            </a:r>
            <a:r>
              <a:rPr lang="en-US" altLang="en-US" sz="1600" dirty="0">
                <a:solidFill>
                  <a:srgbClr val="800000"/>
                </a:solidFill>
                <a:latin typeface="Trebuchet MS" panose="020B0603020202020204" pitchFamily="34" charset="0"/>
              </a:rPr>
              <a:t>&gt;</a:t>
            </a:r>
            <a:endParaRPr lang="en-US" altLang="en-US" sz="1600" dirty="0">
              <a:latin typeface="Trebuchet MS" panose="020B0603020202020204" pitchFamily="34" charset="0"/>
            </a:endParaRPr>
          </a:p>
          <a:p>
            <a:pPr marL="342900" indent="-342900">
              <a:spcBef>
                <a:spcPts val="0"/>
              </a:spcBef>
              <a:buClr>
                <a:schemeClr val="folHlink"/>
              </a:buClr>
              <a:buFont typeface="Symbol" pitchFamily="18" charset="2"/>
              <a:buNone/>
            </a:pPr>
            <a:endParaRPr lang="en-US" altLang="en-US" sz="1600" dirty="0">
              <a:latin typeface="Trebuchet MS" panose="020B0603020202020204" pitchFamily="34" charset="0"/>
            </a:endParaRPr>
          </a:p>
          <a:p>
            <a:pPr marL="342900" indent="-342900">
              <a:spcBef>
                <a:spcPts val="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 err="1">
                <a:solidFill>
                  <a:srgbClr val="0000FF"/>
                </a:solidFill>
                <a:latin typeface="Trebuchet MS" panose="020B0603020202020204" pitchFamily="34" charset="0"/>
              </a:rPr>
              <a:t>int</a:t>
            </a:r>
            <a:r>
              <a:rPr lang="en-US" altLang="en-US" sz="1600" dirty="0">
                <a:latin typeface="Trebuchet MS" panose="020B0603020202020204" pitchFamily="34" charset="0"/>
              </a:rPr>
              <a:t> main(</a:t>
            </a:r>
            <a:r>
              <a:rPr lang="en-US" altLang="en-US" sz="1600" dirty="0">
                <a:solidFill>
                  <a:srgbClr val="0000FF"/>
                </a:solidFill>
                <a:latin typeface="Trebuchet MS" panose="020B0603020202020204" pitchFamily="34" charset="0"/>
              </a:rPr>
              <a:t>void</a:t>
            </a:r>
            <a:r>
              <a:rPr lang="en-US" altLang="en-US" sz="1600" dirty="0">
                <a:latin typeface="Trebuchet MS" panose="020B0603020202020204" pitchFamily="34" charset="0"/>
              </a:rPr>
              <a:t>)</a:t>
            </a:r>
          </a:p>
          <a:p>
            <a:pPr marL="342900" indent="-342900">
              <a:spcBef>
                <a:spcPts val="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anose="020B0603020202020204" pitchFamily="34" charset="0"/>
              </a:rPr>
              <a:t>{</a:t>
            </a:r>
          </a:p>
          <a:p>
            <a:pPr marL="342900" indent="-342900">
              <a:spcBef>
                <a:spcPts val="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anose="020B0603020202020204" pitchFamily="34" charset="0"/>
              </a:rPr>
              <a:t>	</a:t>
            </a:r>
            <a:r>
              <a:rPr lang="en-US" altLang="en-US" sz="1600" dirty="0" err="1">
                <a:solidFill>
                  <a:srgbClr val="0000FF"/>
                </a:solidFill>
                <a:latin typeface="Trebuchet MS" panose="020B0603020202020204" pitchFamily="34" charset="0"/>
              </a:rPr>
              <a:t>int</a:t>
            </a:r>
            <a:r>
              <a:rPr lang="en-US" altLang="en-US" sz="1600" dirty="0">
                <a:latin typeface="Trebuchet MS" panose="020B0603020202020204" pitchFamily="34" charset="0"/>
              </a:rPr>
              <a:t> </a:t>
            </a:r>
            <a:r>
              <a:rPr lang="en-US" altLang="en-US" sz="1600" dirty="0" err="1">
                <a:latin typeface="Trebuchet MS" panose="020B0603020202020204" pitchFamily="34" charset="0"/>
              </a:rPr>
              <a:t>i</a:t>
            </a:r>
            <a:r>
              <a:rPr lang="en-US" altLang="en-US" sz="1600" dirty="0">
                <a:latin typeface="Trebuchet MS" panose="020B0603020202020204" pitchFamily="34" charset="0"/>
              </a:rPr>
              <a:t>, n;</a:t>
            </a:r>
          </a:p>
          <a:p>
            <a:pPr marL="342900" indent="-342900">
              <a:spcBef>
                <a:spcPts val="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anose="020B0603020202020204" pitchFamily="34" charset="0"/>
              </a:rPr>
              <a:t>	</a:t>
            </a:r>
            <a:r>
              <a:rPr lang="en-US" altLang="en-US" sz="1600" dirty="0">
                <a:solidFill>
                  <a:srgbClr val="0000FF"/>
                </a:solidFill>
                <a:latin typeface="Trebuchet MS" panose="020B0603020202020204" pitchFamily="34" charset="0"/>
              </a:rPr>
              <a:t>char</a:t>
            </a:r>
            <a:r>
              <a:rPr lang="en-US" altLang="en-US" sz="1600" dirty="0">
                <a:latin typeface="Trebuchet MS" panose="020B0603020202020204" pitchFamily="34" charset="0"/>
              </a:rPr>
              <a:t> *fruits[ ] = {</a:t>
            </a:r>
          </a:p>
          <a:p>
            <a:pPr marL="342900" indent="-342900">
              <a:spcBef>
                <a:spcPts val="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anose="020B0603020202020204" pitchFamily="34" charset="0"/>
              </a:rPr>
              <a:t>		</a:t>
            </a:r>
            <a:r>
              <a:rPr lang="en-US" altLang="en-US" sz="1600" dirty="0">
                <a:solidFill>
                  <a:srgbClr val="800000"/>
                </a:solidFill>
                <a:latin typeface="Trebuchet MS" panose="020B0603020202020204" pitchFamily="34" charset="0"/>
              </a:rPr>
              <a:t>"apple"</a:t>
            </a:r>
            <a:r>
              <a:rPr lang="en-US" altLang="en-US" sz="1600" dirty="0">
                <a:latin typeface="Trebuchet MS" panose="020B0603020202020204" pitchFamily="34" charset="0"/>
              </a:rPr>
              <a:t>, </a:t>
            </a:r>
          </a:p>
          <a:p>
            <a:pPr marL="342900" indent="-342900">
              <a:spcBef>
                <a:spcPts val="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anose="020B0603020202020204" pitchFamily="34" charset="0"/>
              </a:rPr>
              <a:t>		</a:t>
            </a:r>
            <a:r>
              <a:rPr lang="en-US" altLang="en-US" sz="1600" dirty="0">
                <a:solidFill>
                  <a:srgbClr val="800000"/>
                </a:solidFill>
                <a:latin typeface="Trebuchet MS" panose="020B0603020202020204" pitchFamily="34" charset="0"/>
              </a:rPr>
              <a:t>"blueberry"</a:t>
            </a:r>
            <a:r>
              <a:rPr lang="en-US" altLang="en-US" sz="1600" dirty="0">
                <a:latin typeface="Trebuchet MS" panose="020B0603020202020204" pitchFamily="34" charset="0"/>
              </a:rPr>
              <a:t>,</a:t>
            </a:r>
          </a:p>
          <a:p>
            <a:pPr marL="342900" indent="-342900">
              <a:spcBef>
                <a:spcPts val="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anose="020B0603020202020204" pitchFamily="34" charset="0"/>
              </a:rPr>
              <a:t>		</a:t>
            </a:r>
            <a:r>
              <a:rPr lang="en-US" altLang="en-US" sz="1600" dirty="0">
                <a:solidFill>
                  <a:srgbClr val="800000"/>
                </a:solidFill>
                <a:latin typeface="Trebuchet MS" panose="020B0603020202020204" pitchFamily="34" charset="0"/>
              </a:rPr>
              <a:t>"orange"</a:t>
            </a:r>
            <a:r>
              <a:rPr lang="en-US" altLang="en-US" sz="1600" dirty="0">
                <a:latin typeface="Trebuchet MS" panose="020B0603020202020204" pitchFamily="34" charset="0"/>
              </a:rPr>
              <a:t>,</a:t>
            </a:r>
          </a:p>
          <a:p>
            <a:pPr marL="342900" indent="-342900">
              <a:spcBef>
                <a:spcPts val="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anose="020B0603020202020204" pitchFamily="34" charset="0"/>
              </a:rPr>
              <a:t>		</a:t>
            </a:r>
            <a:r>
              <a:rPr lang="en-US" altLang="en-US" sz="1600" dirty="0">
                <a:solidFill>
                  <a:srgbClr val="800000"/>
                </a:solidFill>
                <a:latin typeface="Trebuchet MS" panose="020B0603020202020204" pitchFamily="34" charset="0"/>
              </a:rPr>
              <a:t>"melon"</a:t>
            </a:r>
            <a:endParaRPr lang="en-US" altLang="en-US" sz="1600" dirty="0">
              <a:latin typeface="Trebuchet MS" panose="020B0603020202020204" pitchFamily="34" charset="0"/>
            </a:endParaRPr>
          </a:p>
          <a:p>
            <a:pPr marL="342900" indent="-342900">
              <a:spcBef>
                <a:spcPts val="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anose="020B0603020202020204" pitchFamily="34" charset="0"/>
              </a:rPr>
              <a:t>	};</a:t>
            </a:r>
          </a:p>
          <a:p>
            <a:pPr marL="342900" indent="-342900">
              <a:spcBef>
                <a:spcPts val="0"/>
              </a:spcBef>
              <a:buClr>
                <a:schemeClr val="folHlink"/>
              </a:buClr>
              <a:buFont typeface="Symbol" pitchFamily="18" charset="2"/>
              <a:buNone/>
            </a:pPr>
            <a:endParaRPr lang="en-US" altLang="en-US" sz="1600" dirty="0">
              <a:latin typeface="Trebuchet MS" panose="020B0603020202020204" pitchFamily="34" charset="0"/>
            </a:endParaRPr>
          </a:p>
          <a:p>
            <a:pPr marL="342900" indent="-342900">
              <a:spcBef>
                <a:spcPts val="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anose="020B0603020202020204" pitchFamily="34" charset="0"/>
              </a:rPr>
              <a:t>	n = </a:t>
            </a:r>
            <a:r>
              <a:rPr lang="en-US" altLang="en-US" sz="1600" dirty="0" err="1">
                <a:solidFill>
                  <a:srgbClr val="0000FF"/>
                </a:solidFill>
                <a:latin typeface="Trebuchet MS" panose="020B0603020202020204" pitchFamily="34" charset="0"/>
              </a:rPr>
              <a:t>sizeof</a:t>
            </a:r>
            <a:r>
              <a:rPr lang="en-US" altLang="en-US" sz="1600" dirty="0">
                <a:latin typeface="Trebuchet MS" panose="020B0603020202020204" pitchFamily="34" charset="0"/>
              </a:rPr>
              <a:t>(fruits)/</a:t>
            </a:r>
            <a:r>
              <a:rPr lang="en-US" altLang="en-US" sz="1600" dirty="0" err="1">
                <a:solidFill>
                  <a:srgbClr val="0000FF"/>
                </a:solidFill>
                <a:latin typeface="Trebuchet MS" panose="020B0603020202020204" pitchFamily="34" charset="0"/>
              </a:rPr>
              <a:t>sizeof</a:t>
            </a:r>
            <a:r>
              <a:rPr lang="en-US" altLang="en-US" sz="1600" dirty="0">
                <a:latin typeface="Trebuchet MS" panose="020B0603020202020204" pitchFamily="34" charset="0"/>
              </a:rPr>
              <a:t>(fruits[0]);	</a:t>
            </a:r>
            <a:r>
              <a:rPr lang="en-US" altLang="en-US" sz="1600" dirty="0">
                <a:solidFill>
                  <a:srgbClr val="008000"/>
                </a:solidFill>
                <a:latin typeface="Trebuchet MS" panose="020B0603020202020204" pitchFamily="34" charset="0"/>
              </a:rPr>
              <a:t>// </a:t>
            </a:r>
            <a:r>
              <a:rPr lang="en-US" altLang="en-US" sz="1600" dirty="0" err="1">
                <a:solidFill>
                  <a:srgbClr val="008000"/>
                </a:solidFill>
                <a:latin typeface="Trebuchet MS" panose="020B0603020202020204" pitchFamily="34" charset="0"/>
                <a:ea typeface="새굴림" pitchFamily="18" charset="-127"/>
              </a:rPr>
              <a:t>배열</a:t>
            </a:r>
            <a:r>
              <a:rPr lang="en-US" altLang="en-US" sz="1600" dirty="0">
                <a:solidFill>
                  <a:srgbClr val="008000"/>
                </a:solidFill>
                <a:latin typeface="Trebuchet MS" panose="020B0603020202020204" pitchFamily="34" charset="0"/>
              </a:rPr>
              <a:t> </a:t>
            </a:r>
            <a:r>
              <a:rPr lang="en-US" altLang="en-US" sz="1600" dirty="0" err="1">
                <a:solidFill>
                  <a:srgbClr val="008000"/>
                </a:solidFill>
                <a:latin typeface="Trebuchet MS" panose="020B0603020202020204" pitchFamily="34" charset="0"/>
                <a:ea typeface="새굴림" pitchFamily="18" charset="-127"/>
              </a:rPr>
              <a:t>원소</a:t>
            </a:r>
            <a:r>
              <a:rPr lang="en-US" altLang="en-US" sz="1600" dirty="0">
                <a:solidFill>
                  <a:srgbClr val="008000"/>
                </a:solidFill>
                <a:latin typeface="Trebuchet MS" panose="020B0603020202020204" pitchFamily="34" charset="0"/>
              </a:rPr>
              <a:t> </a:t>
            </a:r>
            <a:r>
              <a:rPr lang="en-US" altLang="en-US" sz="1600" dirty="0" err="1">
                <a:solidFill>
                  <a:srgbClr val="008000"/>
                </a:solidFill>
                <a:latin typeface="Trebuchet MS" panose="020B0603020202020204" pitchFamily="34" charset="0"/>
                <a:ea typeface="새굴림" pitchFamily="18" charset="-127"/>
              </a:rPr>
              <a:t>개수</a:t>
            </a:r>
            <a:r>
              <a:rPr lang="en-US" altLang="en-US" sz="1600" dirty="0">
                <a:solidFill>
                  <a:srgbClr val="008000"/>
                </a:solidFill>
                <a:latin typeface="Trebuchet MS" panose="020B0603020202020204" pitchFamily="34" charset="0"/>
              </a:rPr>
              <a:t> </a:t>
            </a:r>
            <a:r>
              <a:rPr lang="en-US" altLang="en-US" sz="1600" dirty="0" err="1">
                <a:solidFill>
                  <a:srgbClr val="008000"/>
                </a:solidFill>
                <a:latin typeface="Trebuchet MS" panose="020B0603020202020204" pitchFamily="34" charset="0"/>
                <a:ea typeface="새굴림" pitchFamily="18" charset="-127"/>
              </a:rPr>
              <a:t>계산</a:t>
            </a:r>
            <a:endParaRPr lang="en-US" altLang="en-US" sz="1600" dirty="0">
              <a:latin typeface="Trebuchet MS" panose="020B0603020202020204" pitchFamily="34" charset="0"/>
            </a:endParaRPr>
          </a:p>
          <a:p>
            <a:pPr marL="342900" indent="-342900">
              <a:spcBef>
                <a:spcPts val="0"/>
              </a:spcBef>
              <a:buClr>
                <a:schemeClr val="folHlink"/>
              </a:buClr>
              <a:buFont typeface="Symbol" pitchFamily="18" charset="2"/>
              <a:buNone/>
            </a:pPr>
            <a:endParaRPr lang="en-US" altLang="en-US" sz="1600" dirty="0">
              <a:latin typeface="Trebuchet MS" panose="020B0603020202020204" pitchFamily="34" charset="0"/>
            </a:endParaRPr>
          </a:p>
          <a:p>
            <a:pPr marL="342900" indent="-342900">
              <a:spcBef>
                <a:spcPts val="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anose="020B0603020202020204" pitchFamily="34" charset="0"/>
              </a:rPr>
              <a:t>	</a:t>
            </a:r>
            <a:r>
              <a:rPr lang="en-US" altLang="en-US" sz="1600" dirty="0">
                <a:solidFill>
                  <a:srgbClr val="0000FF"/>
                </a:solidFill>
                <a:latin typeface="Trebuchet MS" panose="020B0603020202020204" pitchFamily="34" charset="0"/>
              </a:rPr>
              <a:t>for</a:t>
            </a:r>
            <a:r>
              <a:rPr lang="en-US" altLang="en-US" sz="1600" dirty="0">
                <a:latin typeface="Trebuchet MS" panose="020B0603020202020204" pitchFamily="34" charset="0"/>
              </a:rPr>
              <a:t>(</a:t>
            </a:r>
            <a:r>
              <a:rPr lang="en-US" altLang="en-US" sz="1600" dirty="0" err="1">
                <a:latin typeface="Trebuchet MS" panose="020B0603020202020204" pitchFamily="34" charset="0"/>
              </a:rPr>
              <a:t>i</a:t>
            </a:r>
            <a:r>
              <a:rPr lang="en-US" altLang="en-US" sz="1600" dirty="0">
                <a:latin typeface="Trebuchet MS" panose="020B0603020202020204" pitchFamily="34" charset="0"/>
              </a:rPr>
              <a:t> = 0; </a:t>
            </a:r>
            <a:r>
              <a:rPr lang="en-US" altLang="en-US" sz="1600" dirty="0" err="1">
                <a:latin typeface="Trebuchet MS" panose="020B0603020202020204" pitchFamily="34" charset="0"/>
              </a:rPr>
              <a:t>i</a:t>
            </a:r>
            <a:r>
              <a:rPr lang="en-US" altLang="en-US" sz="1600" dirty="0">
                <a:latin typeface="Trebuchet MS" panose="020B0603020202020204" pitchFamily="34" charset="0"/>
              </a:rPr>
              <a:t> &lt; n; </a:t>
            </a:r>
            <a:r>
              <a:rPr lang="en-US" altLang="en-US" sz="1600" dirty="0" err="1">
                <a:latin typeface="Trebuchet MS" panose="020B0603020202020204" pitchFamily="34" charset="0"/>
              </a:rPr>
              <a:t>i</a:t>
            </a:r>
            <a:r>
              <a:rPr lang="en-US" altLang="en-US" sz="1600" dirty="0">
                <a:latin typeface="Trebuchet MS" panose="020B0603020202020204" pitchFamily="34" charset="0"/>
              </a:rPr>
              <a:t>++)</a:t>
            </a:r>
          </a:p>
          <a:p>
            <a:pPr marL="342900" indent="-342900">
              <a:spcBef>
                <a:spcPts val="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anose="020B0603020202020204" pitchFamily="34" charset="0"/>
              </a:rPr>
              <a:t>		</a:t>
            </a:r>
            <a:r>
              <a:rPr lang="en-US" altLang="en-US" sz="1600" dirty="0" err="1">
                <a:latin typeface="Trebuchet MS" panose="020B0603020202020204" pitchFamily="34" charset="0"/>
              </a:rPr>
              <a:t>printf</a:t>
            </a:r>
            <a:r>
              <a:rPr lang="en-US" altLang="en-US" sz="1600" dirty="0">
                <a:latin typeface="Trebuchet MS" panose="020B0603020202020204" pitchFamily="34" charset="0"/>
              </a:rPr>
              <a:t>(</a:t>
            </a:r>
            <a:r>
              <a:rPr lang="en-US" altLang="en-US" sz="1600" dirty="0">
                <a:solidFill>
                  <a:srgbClr val="800000"/>
                </a:solidFill>
                <a:latin typeface="Trebuchet MS" panose="020B0603020202020204" pitchFamily="34" charset="0"/>
              </a:rPr>
              <a:t>"%s \n"</a:t>
            </a:r>
            <a:r>
              <a:rPr lang="en-US" altLang="en-US" sz="1600" dirty="0">
                <a:latin typeface="Trebuchet MS" panose="020B0603020202020204" pitchFamily="34" charset="0"/>
              </a:rPr>
              <a:t>, fruits[</a:t>
            </a:r>
            <a:r>
              <a:rPr lang="en-US" altLang="en-US" sz="1600" dirty="0" err="1">
                <a:latin typeface="Trebuchet MS" panose="020B0603020202020204" pitchFamily="34" charset="0"/>
              </a:rPr>
              <a:t>i</a:t>
            </a:r>
            <a:r>
              <a:rPr lang="en-US" altLang="en-US" sz="1600" dirty="0">
                <a:latin typeface="Trebuchet MS" panose="020B0603020202020204" pitchFamily="34" charset="0"/>
              </a:rPr>
              <a:t>]);</a:t>
            </a:r>
          </a:p>
          <a:p>
            <a:pPr marL="342900" indent="-342900">
              <a:spcBef>
                <a:spcPts val="0"/>
              </a:spcBef>
              <a:buClr>
                <a:schemeClr val="folHlink"/>
              </a:buClr>
              <a:buFont typeface="Symbol" pitchFamily="18" charset="2"/>
              <a:buNone/>
            </a:pPr>
            <a:endParaRPr lang="en-US" altLang="en-US" sz="1600" dirty="0">
              <a:latin typeface="Trebuchet MS" panose="020B0603020202020204" pitchFamily="34" charset="0"/>
            </a:endParaRPr>
          </a:p>
          <a:p>
            <a:pPr marL="342900" indent="-342900">
              <a:spcBef>
                <a:spcPts val="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anose="020B0603020202020204" pitchFamily="34" charset="0"/>
              </a:rPr>
              <a:t>	</a:t>
            </a:r>
            <a:r>
              <a:rPr lang="en-US" altLang="en-US" sz="1600" dirty="0">
                <a:solidFill>
                  <a:srgbClr val="0000FF"/>
                </a:solidFill>
                <a:latin typeface="Trebuchet MS" panose="020B0603020202020204" pitchFamily="34" charset="0"/>
              </a:rPr>
              <a:t>return</a:t>
            </a:r>
            <a:r>
              <a:rPr lang="en-US" altLang="en-US" sz="1600" dirty="0">
                <a:latin typeface="Trebuchet MS" panose="020B0603020202020204" pitchFamily="34" charset="0"/>
              </a:rPr>
              <a:t> 0;</a:t>
            </a:r>
          </a:p>
          <a:p>
            <a:pPr marL="342900" indent="-342900">
              <a:spcBef>
                <a:spcPts val="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anose="020B0603020202020204" pitchFamily="34" charset="0"/>
              </a:rPr>
              <a:t>}</a:t>
            </a:r>
          </a:p>
        </p:txBody>
      </p:sp>
      <p:sp>
        <p:nvSpPr>
          <p:cNvPr id="163844" name="Rectangle 4"/>
          <p:cNvSpPr>
            <a:spLocks noChangeArrowheads="1"/>
          </p:cNvSpPr>
          <p:nvPr/>
        </p:nvSpPr>
        <p:spPr bwMode="auto">
          <a:xfrm>
            <a:off x="0" y="30257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163845" name="Rectangle 5"/>
          <p:cNvSpPr>
            <a:spLocks noChangeArrowheads="1"/>
          </p:cNvSpPr>
          <p:nvPr/>
        </p:nvSpPr>
        <p:spPr bwMode="auto">
          <a:xfrm>
            <a:off x="0" y="31273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163846" name="Rectangle 6"/>
          <p:cNvSpPr>
            <a:spLocks noChangeArrowheads="1"/>
          </p:cNvSpPr>
          <p:nvPr/>
        </p:nvSpPr>
        <p:spPr bwMode="auto">
          <a:xfrm>
            <a:off x="0" y="30908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163847" name="Rectangle 7"/>
          <p:cNvSpPr>
            <a:spLocks noChangeArrowheads="1"/>
          </p:cNvSpPr>
          <p:nvPr/>
        </p:nvSpPr>
        <p:spPr bwMode="auto">
          <a:xfrm>
            <a:off x="0" y="28225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42707278-01F4-4613-88AC-A0D39096795D}"/>
              </a:ext>
            </a:extLst>
          </p:cNvPr>
          <p:cNvGrpSpPr/>
          <p:nvPr/>
        </p:nvGrpSpPr>
        <p:grpSpPr>
          <a:xfrm>
            <a:off x="1133595" y="5799137"/>
            <a:ext cx="7741997" cy="1118157"/>
            <a:chOff x="5038165" y="815788"/>
            <a:chExt cx="3663880" cy="1316231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0C278277-9F73-4C03-B1B3-14500B6CB54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56679" y="1781959"/>
              <a:ext cx="745785" cy="350060"/>
            </a:xfrm>
            <a:prstGeom prst="rect">
              <a:avLst/>
            </a:prstGeom>
          </p:spPr>
        </p:pic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195396B6-F6C7-46FF-8D68-427A5BCA20B6}"/>
                </a:ext>
              </a:extLst>
            </p:cNvPr>
            <p:cNvSpPr/>
            <p:nvPr/>
          </p:nvSpPr>
          <p:spPr>
            <a:xfrm>
              <a:off x="5038165" y="815788"/>
              <a:ext cx="3663880" cy="1123893"/>
            </a:xfrm>
            <a:prstGeom prst="rect">
              <a:avLst/>
            </a:prstGeom>
            <a:solidFill>
              <a:srgbClr val="1F6EA7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ko-KR" altLang="ko-KR" sz="1400" dirty="0" err="1">
                  <a:latin typeface="Trebuchet MS" panose="020B0603020202020204" pitchFamily="34" charset="0"/>
                </a:rPr>
                <a:t>apple</a:t>
              </a:r>
              <a:endParaRPr lang="ko-KR" altLang="ko-KR" sz="1400" dirty="0">
                <a:latin typeface="Trebuchet MS" panose="020B0603020202020204" pitchFamily="34" charset="0"/>
              </a:endParaRPr>
            </a:p>
            <a:p>
              <a:pPr algn="just"/>
              <a:r>
                <a:rPr lang="ko-KR" altLang="ko-KR" sz="1400" dirty="0" err="1">
                  <a:latin typeface="Trebuchet MS" panose="020B0603020202020204" pitchFamily="34" charset="0"/>
                </a:rPr>
                <a:t>blueberry</a:t>
              </a:r>
              <a:endParaRPr lang="ko-KR" altLang="ko-KR" sz="1400" dirty="0">
                <a:latin typeface="Trebuchet MS" panose="020B0603020202020204" pitchFamily="34" charset="0"/>
              </a:endParaRPr>
            </a:p>
            <a:p>
              <a:pPr algn="just"/>
              <a:r>
                <a:rPr lang="ko-KR" altLang="ko-KR" sz="1400" dirty="0" err="1">
                  <a:latin typeface="Trebuchet MS" panose="020B0603020202020204" pitchFamily="34" charset="0"/>
                </a:rPr>
                <a:t>orange</a:t>
              </a:r>
              <a:endParaRPr lang="ko-KR" altLang="ko-KR" sz="1400" dirty="0">
                <a:latin typeface="Trebuchet MS" panose="020B0603020202020204" pitchFamily="34" charset="0"/>
              </a:endParaRPr>
            </a:p>
            <a:p>
              <a:pPr algn="just"/>
              <a:r>
                <a:rPr lang="ko-KR" altLang="ko-KR" sz="1400" dirty="0" err="1">
                  <a:latin typeface="Trebuchet MS" panose="020B0603020202020204" pitchFamily="34" charset="0"/>
                </a:rPr>
                <a:t>melon</a:t>
              </a:r>
              <a:endParaRPr lang="en-US" altLang="ko-KR" sz="1400" dirty="0">
                <a:latin typeface="Trebuchet MS" panose="020B0603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26583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Lab </a:t>
            </a:r>
            <a:r>
              <a:rPr lang="en-US" altLang="ko-KR" dirty="0" smtClean="0"/>
              <a:t>4: </a:t>
            </a:r>
            <a:r>
              <a:rPr lang="ko-KR" altLang="en-US" dirty="0" err="1" smtClean="0"/>
              <a:t>함수포인터</a:t>
            </a:r>
            <a:endParaRPr lang="en-US" altLang="ko-KR" dirty="0"/>
          </a:p>
        </p:txBody>
      </p:sp>
      <p:sp>
        <p:nvSpPr>
          <p:cNvPr id="165891" name="Rectangle 3"/>
          <p:cNvSpPr>
            <a:spLocks noChangeArrowheads="1"/>
          </p:cNvSpPr>
          <p:nvPr/>
        </p:nvSpPr>
        <p:spPr bwMode="auto">
          <a:xfrm>
            <a:off x="971600" y="980728"/>
            <a:ext cx="7704138" cy="5574025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>
                      <a:alpha val="50000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solidFill>
                  <a:srgbClr val="0000FF"/>
                </a:solidFill>
                <a:latin typeface="Trebuchet MS" panose="020B0603020202020204" pitchFamily="34" charset="0"/>
              </a:rPr>
              <a:t>#include</a:t>
            </a:r>
            <a:r>
              <a:rPr lang="en-US" altLang="en-US" sz="1600" dirty="0">
                <a:latin typeface="Trebuchet MS" panose="020B0603020202020204" pitchFamily="34" charset="0"/>
              </a:rPr>
              <a:t> </a:t>
            </a:r>
            <a:r>
              <a:rPr lang="en-US" altLang="en-US" sz="1600" dirty="0">
                <a:solidFill>
                  <a:srgbClr val="800000"/>
                </a:solidFill>
                <a:latin typeface="Trebuchet MS" panose="020B0603020202020204" pitchFamily="34" charset="0"/>
              </a:rPr>
              <a:t>&lt;</a:t>
            </a:r>
            <a:r>
              <a:rPr lang="en-US" altLang="en-US" sz="1600" dirty="0" err="1">
                <a:solidFill>
                  <a:srgbClr val="800000"/>
                </a:solidFill>
                <a:latin typeface="Trebuchet MS" panose="020B0603020202020204" pitchFamily="34" charset="0"/>
              </a:rPr>
              <a:t>stdio.h</a:t>
            </a:r>
            <a:r>
              <a:rPr lang="en-US" altLang="en-US" sz="1600" dirty="0">
                <a:solidFill>
                  <a:srgbClr val="800000"/>
                </a:solidFill>
                <a:latin typeface="Trebuchet MS" panose="020B0603020202020204" pitchFamily="34" charset="0"/>
              </a:rPr>
              <a:t>&gt;</a:t>
            </a:r>
            <a:endParaRPr lang="en-US" altLang="en-US" sz="1600" dirty="0">
              <a:latin typeface="Trebuchet MS" panose="020B0603020202020204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endParaRPr lang="en-US" altLang="en-US" sz="1600" dirty="0">
              <a:latin typeface="Trebuchet MS" panose="020B0603020202020204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solidFill>
                  <a:srgbClr val="008000"/>
                </a:solidFill>
                <a:latin typeface="Trebuchet MS" panose="020B0603020202020204" pitchFamily="34" charset="0"/>
              </a:rPr>
              <a:t>// </a:t>
            </a:r>
            <a:r>
              <a:rPr lang="en-US" altLang="en-US" sz="1600" dirty="0" err="1">
                <a:solidFill>
                  <a:srgbClr val="008000"/>
                </a:solidFill>
                <a:latin typeface="Trebuchet MS" panose="020B0603020202020204" pitchFamily="34" charset="0"/>
              </a:rPr>
              <a:t>함수</a:t>
            </a:r>
            <a:r>
              <a:rPr lang="en-US" altLang="en-US" sz="1600" dirty="0">
                <a:solidFill>
                  <a:srgbClr val="008000"/>
                </a:solidFill>
                <a:latin typeface="Trebuchet MS" panose="020B0603020202020204" pitchFamily="34" charset="0"/>
              </a:rPr>
              <a:t> </a:t>
            </a:r>
            <a:r>
              <a:rPr lang="en-US" altLang="en-US" sz="1600" dirty="0" err="1">
                <a:solidFill>
                  <a:srgbClr val="008000"/>
                </a:solidFill>
                <a:latin typeface="Trebuchet MS" panose="020B0603020202020204" pitchFamily="34" charset="0"/>
              </a:rPr>
              <a:t>원형</a:t>
            </a:r>
            <a:r>
              <a:rPr lang="en-US" altLang="en-US" sz="1600" dirty="0">
                <a:solidFill>
                  <a:srgbClr val="008000"/>
                </a:solidFill>
                <a:latin typeface="Trebuchet MS" panose="020B0603020202020204" pitchFamily="34" charset="0"/>
              </a:rPr>
              <a:t> </a:t>
            </a:r>
            <a:r>
              <a:rPr lang="en-US" altLang="en-US" sz="1600" dirty="0" err="1">
                <a:solidFill>
                  <a:srgbClr val="008000"/>
                </a:solidFill>
                <a:latin typeface="Trebuchet MS" panose="020B0603020202020204" pitchFamily="34" charset="0"/>
              </a:rPr>
              <a:t>정의</a:t>
            </a:r>
            <a:endParaRPr lang="en-US" altLang="en-US" sz="1600" dirty="0">
              <a:latin typeface="Trebuchet MS" panose="020B0603020202020204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 err="1">
                <a:solidFill>
                  <a:srgbClr val="0000FF"/>
                </a:solidFill>
                <a:latin typeface="Trebuchet MS" panose="020B0603020202020204" pitchFamily="34" charset="0"/>
              </a:rPr>
              <a:t>int</a:t>
            </a:r>
            <a:r>
              <a:rPr lang="en-US" altLang="en-US" sz="1600" dirty="0">
                <a:latin typeface="Trebuchet MS" panose="020B0603020202020204" pitchFamily="34" charset="0"/>
              </a:rPr>
              <a:t> add(</a:t>
            </a:r>
            <a:r>
              <a:rPr lang="en-US" altLang="en-US" sz="1600" dirty="0" err="1">
                <a:solidFill>
                  <a:srgbClr val="0000FF"/>
                </a:solidFill>
                <a:latin typeface="Trebuchet MS" panose="020B0603020202020204" pitchFamily="34" charset="0"/>
              </a:rPr>
              <a:t>int</a:t>
            </a:r>
            <a:r>
              <a:rPr lang="en-US" altLang="en-US" sz="1600" dirty="0">
                <a:latin typeface="Trebuchet MS" panose="020B0603020202020204" pitchFamily="34" charset="0"/>
              </a:rPr>
              <a:t>, </a:t>
            </a:r>
            <a:r>
              <a:rPr lang="en-US" altLang="en-US" sz="1600" dirty="0" err="1">
                <a:solidFill>
                  <a:srgbClr val="0000FF"/>
                </a:solidFill>
                <a:latin typeface="Trebuchet MS" panose="020B0603020202020204" pitchFamily="34" charset="0"/>
              </a:rPr>
              <a:t>int</a:t>
            </a:r>
            <a:r>
              <a:rPr lang="en-US" altLang="en-US" sz="1600" dirty="0">
                <a:latin typeface="Trebuchet MS" panose="020B0603020202020204" pitchFamily="34" charset="0"/>
              </a:rPr>
              <a:t>);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 err="1">
                <a:solidFill>
                  <a:srgbClr val="0000FF"/>
                </a:solidFill>
                <a:latin typeface="Trebuchet MS" panose="020B0603020202020204" pitchFamily="34" charset="0"/>
              </a:rPr>
              <a:t>int</a:t>
            </a:r>
            <a:r>
              <a:rPr lang="en-US" altLang="en-US" sz="1600" dirty="0">
                <a:latin typeface="Trebuchet MS" panose="020B0603020202020204" pitchFamily="34" charset="0"/>
              </a:rPr>
              <a:t> sub(</a:t>
            </a:r>
            <a:r>
              <a:rPr lang="en-US" altLang="en-US" sz="1600" dirty="0" err="1">
                <a:solidFill>
                  <a:srgbClr val="0000FF"/>
                </a:solidFill>
                <a:latin typeface="Trebuchet MS" panose="020B0603020202020204" pitchFamily="34" charset="0"/>
              </a:rPr>
              <a:t>int</a:t>
            </a:r>
            <a:r>
              <a:rPr lang="en-US" altLang="en-US" sz="1600" dirty="0">
                <a:latin typeface="Trebuchet MS" panose="020B0603020202020204" pitchFamily="34" charset="0"/>
              </a:rPr>
              <a:t>, </a:t>
            </a:r>
            <a:r>
              <a:rPr lang="en-US" altLang="en-US" sz="1600" dirty="0" err="1">
                <a:solidFill>
                  <a:srgbClr val="0000FF"/>
                </a:solidFill>
                <a:latin typeface="Trebuchet MS" panose="020B0603020202020204" pitchFamily="34" charset="0"/>
              </a:rPr>
              <a:t>int</a:t>
            </a:r>
            <a:r>
              <a:rPr lang="en-US" altLang="en-US" sz="1600" dirty="0">
                <a:latin typeface="Trebuchet MS" panose="020B0603020202020204" pitchFamily="34" charset="0"/>
              </a:rPr>
              <a:t>);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endParaRPr lang="en-US" altLang="en-US" sz="1600" dirty="0">
              <a:latin typeface="Trebuchet MS" panose="020B0603020202020204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 err="1">
                <a:solidFill>
                  <a:srgbClr val="0000FF"/>
                </a:solidFill>
                <a:latin typeface="Trebuchet MS" panose="020B0603020202020204" pitchFamily="34" charset="0"/>
              </a:rPr>
              <a:t>int</a:t>
            </a:r>
            <a:r>
              <a:rPr lang="en-US" altLang="en-US" sz="1600" dirty="0">
                <a:latin typeface="Trebuchet MS" panose="020B0603020202020204" pitchFamily="34" charset="0"/>
              </a:rPr>
              <a:t> main(</a:t>
            </a:r>
            <a:r>
              <a:rPr lang="en-US" altLang="en-US" sz="1600" dirty="0">
                <a:solidFill>
                  <a:srgbClr val="0000FF"/>
                </a:solidFill>
                <a:latin typeface="Trebuchet MS" panose="020B0603020202020204" pitchFamily="34" charset="0"/>
              </a:rPr>
              <a:t>void</a:t>
            </a:r>
            <a:r>
              <a:rPr lang="en-US" altLang="en-US" sz="1600" dirty="0">
                <a:latin typeface="Trebuchet MS" panose="020B0603020202020204" pitchFamily="34" charset="0"/>
              </a:rPr>
              <a:t>)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anose="020B0603020202020204" pitchFamily="34" charset="0"/>
              </a:rPr>
              <a:t>{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anose="020B0603020202020204" pitchFamily="34" charset="0"/>
              </a:rPr>
              <a:t>	</a:t>
            </a:r>
            <a:r>
              <a:rPr lang="en-US" altLang="en-US" sz="1600" dirty="0" err="1">
                <a:solidFill>
                  <a:srgbClr val="0000FF"/>
                </a:solidFill>
                <a:latin typeface="Trebuchet MS" panose="020B0603020202020204" pitchFamily="34" charset="0"/>
              </a:rPr>
              <a:t>int</a:t>
            </a:r>
            <a:r>
              <a:rPr lang="en-US" altLang="en-US" sz="1600" dirty="0">
                <a:latin typeface="Trebuchet MS" panose="020B0603020202020204" pitchFamily="34" charset="0"/>
              </a:rPr>
              <a:t> result;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anose="020B0603020202020204" pitchFamily="34" charset="0"/>
              </a:rPr>
              <a:t>	</a:t>
            </a:r>
            <a:r>
              <a:rPr lang="en-US" altLang="en-US" sz="1600" dirty="0">
                <a:solidFill>
                  <a:srgbClr val="0000FF"/>
                </a:solidFill>
                <a:latin typeface="Trebuchet MS" panose="020B0603020202020204" pitchFamily="34" charset="0"/>
              </a:rPr>
              <a:t>int</a:t>
            </a:r>
            <a:r>
              <a:rPr lang="en-US" altLang="en-US" sz="1600" dirty="0">
                <a:latin typeface="Trebuchet MS" panose="020B0603020202020204" pitchFamily="34" charset="0"/>
              </a:rPr>
              <a:t> (*pf)(</a:t>
            </a:r>
            <a:r>
              <a:rPr lang="en-US" altLang="en-US" sz="1600" dirty="0">
                <a:solidFill>
                  <a:srgbClr val="0000FF"/>
                </a:solidFill>
                <a:latin typeface="Trebuchet MS" panose="020B0603020202020204" pitchFamily="34" charset="0"/>
              </a:rPr>
              <a:t>int</a:t>
            </a:r>
            <a:r>
              <a:rPr lang="en-US" altLang="en-US" sz="1600" dirty="0">
                <a:latin typeface="Trebuchet MS" panose="020B0603020202020204" pitchFamily="34" charset="0"/>
              </a:rPr>
              <a:t>, </a:t>
            </a:r>
            <a:r>
              <a:rPr lang="en-US" altLang="en-US" sz="1600" dirty="0">
                <a:solidFill>
                  <a:srgbClr val="0000FF"/>
                </a:solidFill>
                <a:latin typeface="Trebuchet MS" panose="020B0603020202020204" pitchFamily="34" charset="0"/>
              </a:rPr>
              <a:t>int</a:t>
            </a:r>
            <a:r>
              <a:rPr lang="en-US" altLang="en-US" sz="1600" dirty="0">
                <a:latin typeface="Trebuchet MS" panose="020B0603020202020204" pitchFamily="34" charset="0"/>
              </a:rPr>
              <a:t>);		</a:t>
            </a:r>
            <a:r>
              <a:rPr lang="en-US" altLang="en-US" sz="1600" dirty="0">
                <a:solidFill>
                  <a:srgbClr val="008000"/>
                </a:solidFill>
                <a:latin typeface="Trebuchet MS" panose="020B0603020202020204" pitchFamily="34" charset="0"/>
              </a:rPr>
              <a:t>// </a:t>
            </a:r>
            <a:r>
              <a:rPr lang="en-US" altLang="en-US" sz="1600" dirty="0" err="1">
                <a:solidFill>
                  <a:srgbClr val="008000"/>
                </a:solidFill>
                <a:latin typeface="Trebuchet MS" panose="020B0603020202020204" pitchFamily="34" charset="0"/>
                <a:ea typeface="새굴림" pitchFamily="18" charset="-127"/>
              </a:rPr>
              <a:t>함수</a:t>
            </a:r>
            <a:r>
              <a:rPr lang="en-US" altLang="en-US" sz="1600" dirty="0">
                <a:solidFill>
                  <a:srgbClr val="008000"/>
                </a:solidFill>
                <a:latin typeface="Trebuchet MS" panose="020B0603020202020204" pitchFamily="34" charset="0"/>
              </a:rPr>
              <a:t> </a:t>
            </a:r>
            <a:r>
              <a:rPr lang="en-US" altLang="en-US" sz="1600" dirty="0" err="1">
                <a:solidFill>
                  <a:srgbClr val="008000"/>
                </a:solidFill>
                <a:latin typeface="Trebuchet MS" panose="020B0603020202020204" pitchFamily="34" charset="0"/>
                <a:ea typeface="새굴림" pitchFamily="18" charset="-127"/>
              </a:rPr>
              <a:t>포인터</a:t>
            </a:r>
            <a:r>
              <a:rPr lang="en-US" altLang="en-US" sz="1600" dirty="0">
                <a:solidFill>
                  <a:srgbClr val="008000"/>
                </a:solidFill>
                <a:latin typeface="Trebuchet MS" panose="020B0603020202020204" pitchFamily="34" charset="0"/>
              </a:rPr>
              <a:t> </a:t>
            </a:r>
            <a:r>
              <a:rPr lang="en-US" altLang="en-US" sz="1600" dirty="0" err="1">
                <a:solidFill>
                  <a:srgbClr val="008000"/>
                </a:solidFill>
                <a:latin typeface="Trebuchet MS" panose="020B0603020202020204" pitchFamily="34" charset="0"/>
                <a:ea typeface="새굴림" pitchFamily="18" charset="-127"/>
              </a:rPr>
              <a:t>정의</a:t>
            </a:r>
            <a:r>
              <a:rPr lang="en-US" altLang="en-US" sz="1600" dirty="0">
                <a:solidFill>
                  <a:srgbClr val="008000"/>
                </a:solidFill>
                <a:latin typeface="Trebuchet MS" panose="020B0603020202020204" pitchFamily="34" charset="0"/>
              </a:rPr>
              <a:t> </a:t>
            </a:r>
            <a:endParaRPr lang="en-US" altLang="en-US" sz="1600" dirty="0">
              <a:latin typeface="Trebuchet MS" panose="020B0603020202020204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anose="020B0603020202020204" pitchFamily="34" charset="0"/>
              </a:rPr>
              <a:t>	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anose="020B0603020202020204" pitchFamily="34" charset="0"/>
              </a:rPr>
              <a:t>	</a:t>
            </a:r>
            <a:r>
              <a:rPr lang="en-US" altLang="en-US" sz="1600" dirty="0" err="1">
                <a:latin typeface="Trebuchet MS" panose="020B0603020202020204" pitchFamily="34" charset="0"/>
              </a:rPr>
              <a:t>pf</a:t>
            </a:r>
            <a:r>
              <a:rPr lang="en-US" altLang="en-US" sz="1600" dirty="0">
                <a:latin typeface="Trebuchet MS" panose="020B0603020202020204" pitchFamily="34" charset="0"/>
              </a:rPr>
              <a:t> = add;			</a:t>
            </a:r>
            <a:r>
              <a:rPr lang="en-US" altLang="en-US" sz="1600" dirty="0">
                <a:solidFill>
                  <a:srgbClr val="008000"/>
                </a:solidFill>
                <a:latin typeface="Trebuchet MS" panose="020B0603020202020204" pitchFamily="34" charset="0"/>
              </a:rPr>
              <a:t>// </a:t>
            </a:r>
            <a:r>
              <a:rPr lang="en-US" altLang="en-US" sz="1600" dirty="0" err="1">
                <a:solidFill>
                  <a:srgbClr val="008000"/>
                </a:solidFill>
                <a:latin typeface="Trebuchet MS" panose="020B0603020202020204" pitchFamily="34" charset="0"/>
                <a:ea typeface="새굴림" pitchFamily="18" charset="-127"/>
              </a:rPr>
              <a:t>함수</a:t>
            </a:r>
            <a:r>
              <a:rPr lang="en-US" altLang="en-US" sz="1600" dirty="0">
                <a:solidFill>
                  <a:srgbClr val="008000"/>
                </a:solidFill>
                <a:latin typeface="Trebuchet MS" panose="020B0603020202020204" pitchFamily="34" charset="0"/>
              </a:rPr>
              <a:t> </a:t>
            </a:r>
            <a:r>
              <a:rPr lang="en-US" altLang="en-US" sz="1600" dirty="0" err="1">
                <a:solidFill>
                  <a:srgbClr val="008000"/>
                </a:solidFill>
                <a:latin typeface="Trebuchet MS" panose="020B0603020202020204" pitchFamily="34" charset="0"/>
                <a:ea typeface="새굴림" pitchFamily="18" charset="-127"/>
              </a:rPr>
              <a:t>포인터에</a:t>
            </a:r>
            <a:r>
              <a:rPr lang="en-US" altLang="en-US" sz="1600" dirty="0">
                <a:solidFill>
                  <a:srgbClr val="008000"/>
                </a:solidFill>
                <a:latin typeface="Trebuchet MS" panose="020B0603020202020204" pitchFamily="34" charset="0"/>
              </a:rPr>
              <a:t> </a:t>
            </a:r>
            <a:r>
              <a:rPr lang="en-US" altLang="en-US" sz="1600" dirty="0" err="1">
                <a:solidFill>
                  <a:srgbClr val="008000"/>
                </a:solidFill>
                <a:latin typeface="Trebuchet MS" panose="020B0603020202020204" pitchFamily="34" charset="0"/>
                <a:ea typeface="새굴림" pitchFamily="18" charset="-127"/>
              </a:rPr>
              <a:t>함수</a:t>
            </a:r>
            <a:r>
              <a:rPr lang="en-US" altLang="en-US" sz="1600" dirty="0">
                <a:solidFill>
                  <a:srgbClr val="008000"/>
                </a:solidFill>
                <a:latin typeface="Trebuchet MS" panose="020B0603020202020204" pitchFamily="34" charset="0"/>
              </a:rPr>
              <a:t> add()</a:t>
            </a:r>
            <a:r>
              <a:rPr lang="en-US" altLang="en-US" sz="1600" dirty="0">
                <a:solidFill>
                  <a:srgbClr val="008000"/>
                </a:solidFill>
                <a:latin typeface="Trebuchet MS" panose="020B0603020202020204" pitchFamily="34" charset="0"/>
                <a:ea typeface="새굴림" pitchFamily="18" charset="-127"/>
              </a:rPr>
              <a:t>의</a:t>
            </a:r>
            <a:r>
              <a:rPr lang="en-US" altLang="en-US" sz="1600" dirty="0">
                <a:solidFill>
                  <a:srgbClr val="008000"/>
                </a:solidFill>
                <a:latin typeface="Trebuchet MS" panose="020B0603020202020204" pitchFamily="34" charset="0"/>
              </a:rPr>
              <a:t> </a:t>
            </a:r>
            <a:r>
              <a:rPr lang="en-US" altLang="en-US" sz="1600" dirty="0" err="1">
                <a:solidFill>
                  <a:srgbClr val="008000"/>
                </a:solidFill>
                <a:latin typeface="Trebuchet MS" panose="020B0603020202020204" pitchFamily="34" charset="0"/>
                <a:ea typeface="새굴림" pitchFamily="18" charset="-127"/>
              </a:rPr>
              <a:t>주소</a:t>
            </a:r>
            <a:r>
              <a:rPr lang="en-US" altLang="en-US" sz="1600" dirty="0">
                <a:solidFill>
                  <a:srgbClr val="008000"/>
                </a:solidFill>
                <a:latin typeface="Trebuchet MS" panose="020B0603020202020204" pitchFamily="34" charset="0"/>
              </a:rPr>
              <a:t> </a:t>
            </a:r>
            <a:r>
              <a:rPr lang="en-US" altLang="en-US" sz="1600" dirty="0" err="1">
                <a:solidFill>
                  <a:srgbClr val="008000"/>
                </a:solidFill>
                <a:latin typeface="Trebuchet MS" panose="020B0603020202020204" pitchFamily="34" charset="0"/>
                <a:ea typeface="새굴림" pitchFamily="18" charset="-127"/>
              </a:rPr>
              <a:t>대입</a:t>
            </a:r>
            <a:endParaRPr lang="en-US" altLang="en-US" sz="1600" dirty="0">
              <a:latin typeface="Trebuchet MS" panose="020B0603020202020204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anose="020B0603020202020204" pitchFamily="34" charset="0"/>
              </a:rPr>
              <a:t>	result = </a:t>
            </a:r>
            <a:r>
              <a:rPr lang="en-US" altLang="en-US" sz="1600" dirty="0" err="1">
                <a:latin typeface="Trebuchet MS" panose="020B0603020202020204" pitchFamily="34" charset="0"/>
              </a:rPr>
              <a:t>pf</a:t>
            </a:r>
            <a:r>
              <a:rPr lang="en-US" altLang="en-US" sz="1600" dirty="0">
                <a:latin typeface="Trebuchet MS" panose="020B0603020202020204" pitchFamily="34" charset="0"/>
              </a:rPr>
              <a:t>(10, 20);		</a:t>
            </a:r>
            <a:r>
              <a:rPr lang="en-US" altLang="en-US" sz="1600" dirty="0">
                <a:solidFill>
                  <a:srgbClr val="008000"/>
                </a:solidFill>
                <a:latin typeface="Trebuchet MS" panose="020B0603020202020204" pitchFamily="34" charset="0"/>
              </a:rPr>
              <a:t>// </a:t>
            </a:r>
            <a:r>
              <a:rPr lang="en-US" altLang="en-US" sz="1600" dirty="0" err="1">
                <a:solidFill>
                  <a:srgbClr val="008000"/>
                </a:solidFill>
                <a:latin typeface="Trebuchet MS" panose="020B0603020202020204" pitchFamily="34" charset="0"/>
                <a:ea typeface="새굴림" pitchFamily="18" charset="-127"/>
              </a:rPr>
              <a:t>함수</a:t>
            </a:r>
            <a:r>
              <a:rPr lang="en-US" altLang="en-US" sz="1600" dirty="0">
                <a:solidFill>
                  <a:srgbClr val="008000"/>
                </a:solidFill>
                <a:latin typeface="Trebuchet MS" panose="020B0603020202020204" pitchFamily="34" charset="0"/>
              </a:rPr>
              <a:t> </a:t>
            </a:r>
            <a:r>
              <a:rPr lang="en-US" altLang="en-US" sz="1600" dirty="0" err="1">
                <a:solidFill>
                  <a:srgbClr val="008000"/>
                </a:solidFill>
                <a:latin typeface="Trebuchet MS" panose="020B0603020202020204" pitchFamily="34" charset="0"/>
                <a:ea typeface="새굴림" pitchFamily="18" charset="-127"/>
              </a:rPr>
              <a:t>포인터를</a:t>
            </a:r>
            <a:r>
              <a:rPr lang="en-US" altLang="en-US" sz="1600" dirty="0">
                <a:solidFill>
                  <a:srgbClr val="008000"/>
                </a:solidFill>
                <a:latin typeface="Trebuchet MS" panose="020B0603020202020204" pitchFamily="34" charset="0"/>
              </a:rPr>
              <a:t> </a:t>
            </a:r>
            <a:r>
              <a:rPr lang="en-US" altLang="en-US" sz="1600" dirty="0" err="1">
                <a:solidFill>
                  <a:srgbClr val="008000"/>
                </a:solidFill>
                <a:latin typeface="Trebuchet MS" panose="020B0603020202020204" pitchFamily="34" charset="0"/>
                <a:ea typeface="새굴림" pitchFamily="18" charset="-127"/>
              </a:rPr>
              <a:t>통한</a:t>
            </a:r>
            <a:r>
              <a:rPr lang="en-US" altLang="en-US" sz="1600" dirty="0">
                <a:solidFill>
                  <a:srgbClr val="008000"/>
                </a:solidFill>
                <a:latin typeface="Trebuchet MS" panose="020B0603020202020204" pitchFamily="34" charset="0"/>
              </a:rPr>
              <a:t> </a:t>
            </a:r>
            <a:r>
              <a:rPr lang="en-US" altLang="en-US" sz="1600" dirty="0" err="1">
                <a:solidFill>
                  <a:srgbClr val="008000"/>
                </a:solidFill>
                <a:latin typeface="Trebuchet MS" panose="020B0603020202020204" pitchFamily="34" charset="0"/>
                <a:ea typeface="새굴림" pitchFamily="18" charset="-127"/>
              </a:rPr>
              <a:t>함수</a:t>
            </a:r>
            <a:r>
              <a:rPr lang="en-US" altLang="en-US" sz="1600" dirty="0">
                <a:solidFill>
                  <a:srgbClr val="008000"/>
                </a:solidFill>
                <a:latin typeface="Trebuchet MS" panose="020B0603020202020204" pitchFamily="34" charset="0"/>
              </a:rPr>
              <a:t> add() </a:t>
            </a:r>
            <a:r>
              <a:rPr lang="en-US" altLang="en-US" sz="1600" dirty="0" err="1">
                <a:solidFill>
                  <a:srgbClr val="008000"/>
                </a:solidFill>
                <a:latin typeface="Trebuchet MS" panose="020B0603020202020204" pitchFamily="34" charset="0"/>
                <a:ea typeface="새굴림" pitchFamily="18" charset="-127"/>
              </a:rPr>
              <a:t>호출</a:t>
            </a:r>
            <a:endParaRPr lang="en-US" altLang="en-US" sz="1600" dirty="0">
              <a:latin typeface="Trebuchet MS" panose="020B0603020202020204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anose="020B0603020202020204" pitchFamily="34" charset="0"/>
              </a:rPr>
              <a:t>	</a:t>
            </a:r>
            <a:r>
              <a:rPr lang="en-US" altLang="en-US" sz="1600" dirty="0" err="1">
                <a:latin typeface="Trebuchet MS" panose="020B0603020202020204" pitchFamily="34" charset="0"/>
              </a:rPr>
              <a:t>printf</a:t>
            </a:r>
            <a:r>
              <a:rPr lang="en-US" altLang="en-US" sz="1600" dirty="0">
                <a:latin typeface="Trebuchet MS" panose="020B0603020202020204" pitchFamily="34" charset="0"/>
              </a:rPr>
              <a:t>(</a:t>
            </a:r>
            <a:r>
              <a:rPr lang="en-US" altLang="en-US" sz="1600" dirty="0">
                <a:solidFill>
                  <a:srgbClr val="800000"/>
                </a:solidFill>
                <a:latin typeface="Trebuchet MS" panose="020B0603020202020204" pitchFamily="34" charset="0"/>
              </a:rPr>
              <a:t>"10+20은 %d\n"</a:t>
            </a:r>
            <a:r>
              <a:rPr lang="en-US" altLang="en-US" sz="1600" dirty="0">
                <a:latin typeface="Trebuchet MS" panose="020B0603020202020204" pitchFamily="34" charset="0"/>
              </a:rPr>
              <a:t>, result);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endParaRPr lang="en-US" altLang="en-US" sz="1600" dirty="0">
              <a:latin typeface="Trebuchet MS" panose="020B0603020202020204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anose="020B0603020202020204" pitchFamily="34" charset="0"/>
              </a:rPr>
              <a:t>	</a:t>
            </a:r>
            <a:r>
              <a:rPr lang="en-US" altLang="en-US" sz="1600" dirty="0" err="1">
                <a:latin typeface="Trebuchet MS" panose="020B0603020202020204" pitchFamily="34" charset="0"/>
              </a:rPr>
              <a:t>pf</a:t>
            </a:r>
            <a:r>
              <a:rPr lang="en-US" altLang="en-US" sz="1600" dirty="0">
                <a:latin typeface="Trebuchet MS" panose="020B0603020202020204" pitchFamily="34" charset="0"/>
              </a:rPr>
              <a:t> = sub;			</a:t>
            </a:r>
            <a:r>
              <a:rPr lang="en-US" altLang="en-US" sz="1600" dirty="0">
                <a:solidFill>
                  <a:srgbClr val="008000"/>
                </a:solidFill>
                <a:latin typeface="Trebuchet MS" panose="020B0603020202020204" pitchFamily="34" charset="0"/>
              </a:rPr>
              <a:t>// </a:t>
            </a:r>
            <a:r>
              <a:rPr lang="en-US" altLang="en-US" sz="1600" dirty="0" err="1">
                <a:solidFill>
                  <a:srgbClr val="008000"/>
                </a:solidFill>
                <a:latin typeface="Trebuchet MS" panose="020B0603020202020204" pitchFamily="34" charset="0"/>
                <a:ea typeface="새굴림" pitchFamily="18" charset="-127"/>
              </a:rPr>
              <a:t>함수</a:t>
            </a:r>
            <a:r>
              <a:rPr lang="en-US" altLang="en-US" sz="1600" dirty="0">
                <a:solidFill>
                  <a:srgbClr val="008000"/>
                </a:solidFill>
                <a:latin typeface="Trebuchet MS" panose="020B0603020202020204" pitchFamily="34" charset="0"/>
              </a:rPr>
              <a:t> </a:t>
            </a:r>
            <a:r>
              <a:rPr lang="en-US" altLang="en-US" sz="1600" dirty="0" err="1">
                <a:solidFill>
                  <a:srgbClr val="008000"/>
                </a:solidFill>
                <a:latin typeface="Trebuchet MS" panose="020B0603020202020204" pitchFamily="34" charset="0"/>
                <a:ea typeface="새굴림" pitchFamily="18" charset="-127"/>
              </a:rPr>
              <a:t>포인터에</a:t>
            </a:r>
            <a:r>
              <a:rPr lang="en-US" altLang="en-US" sz="1600" dirty="0">
                <a:solidFill>
                  <a:srgbClr val="008000"/>
                </a:solidFill>
                <a:latin typeface="Trebuchet MS" panose="020B0603020202020204" pitchFamily="34" charset="0"/>
              </a:rPr>
              <a:t> </a:t>
            </a:r>
            <a:r>
              <a:rPr lang="en-US" altLang="en-US" sz="1600" dirty="0" err="1">
                <a:solidFill>
                  <a:srgbClr val="008000"/>
                </a:solidFill>
                <a:latin typeface="Trebuchet MS" panose="020B0603020202020204" pitchFamily="34" charset="0"/>
                <a:ea typeface="새굴림" pitchFamily="18" charset="-127"/>
              </a:rPr>
              <a:t>함수</a:t>
            </a:r>
            <a:r>
              <a:rPr lang="en-US" altLang="en-US" sz="1600" dirty="0">
                <a:solidFill>
                  <a:srgbClr val="008000"/>
                </a:solidFill>
                <a:latin typeface="Trebuchet MS" panose="020B0603020202020204" pitchFamily="34" charset="0"/>
              </a:rPr>
              <a:t> sub()</a:t>
            </a:r>
            <a:r>
              <a:rPr lang="en-US" altLang="en-US" sz="1600" dirty="0">
                <a:solidFill>
                  <a:srgbClr val="008000"/>
                </a:solidFill>
                <a:latin typeface="Trebuchet MS" panose="020B0603020202020204" pitchFamily="34" charset="0"/>
                <a:ea typeface="새굴림" pitchFamily="18" charset="-127"/>
              </a:rPr>
              <a:t>의</a:t>
            </a:r>
            <a:r>
              <a:rPr lang="en-US" altLang="en-US" sz="1600" dirty="0">
                <a:solidFill>
                  <a:srgbClr val="008000"/>
                </a:solidFill>
                <a:latin typeface="Trebuchet MS" panose="020B0603020202020204" pitchFamily="34" charset="0"/>
              </a:rPr>
              <a:t> </a:t>
            </a:r>
            <a:r>
              <a:rPr lang="en-US" altLang="en-US" sz="1600" dirty="0" err="1">
                <a:solidFill>
                  <a:srgbClr val="008000"/>
                </a:solidFill>
                <a:latin typeface="Trebuchet MS" panose="020B0603020202020204" pitchFamily="34" charset="0"/>
                <a:ea typeface="새굴림" pitchFamily="18" charset="-127"/>
              </a:rPr>
              <a:t>주소</a:t>
            </a:r>
            <a:r>
              <a:rPr lang="en-US" altLang="en-US" sz="1600" dirty="0">
                <a:solidFill>
                  <a:srgbClr val="008000"/>
                </a:solidFill>
                <a:latin typeface="Trebuchet MS" panose="020B0603020202020204" pitchFamily="34" charset="0"/>
              </a:rPr>
              <a:t> </a:t>
            </a:r>
            <a:r>
              <a:rPr lang="en-US" altLang="en-US" sz="1600" dirty="0" err="1">
                <a:solidFill>
                  <a:srgbClr val="008000"/>
                </a:solidFill>
                <a:latin typeface="Trebuchet MS" panose="020B0603020202020204" pitchFamily="34" charset="0"/>
                <a:ea typeface="새굴림" pitchFamily="18" charset="-127"/>
              </a:rPr>
              <a:t>대입</a:t>
            </a:r>
            <a:endParaRPr lang="en-US" altLang="en-US" sz="1600" dirty="0">
              <a:latin typeface="Trebuchet MS" panose="020B0603020202020204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anose="020B0603020202020204" pitchFamily="34" charset="0"/>
              </a:rPr>
              <a:t>	result = </a:t>
            </a:r>
            <a:r>
              <a:rPr lang="en-US" altLang="en-US" sz="1600" dirty="0" err="1">
                <a:latin typeface="Trebuchet MS" panose="020B0603020202020204" pitchFamily="34" charset="0"/>
              </a:rPr>
              <a:t>pf</a:t>
            </a:r>
            <a:r>
              <a:rPr lang="en-US" altLang="en-US" sz="1600" dirty="0">
                <a:latin typeface="Trebuchet MS" panose="020B0603020202020204" pitchFamily="34" charset="0"/>
              </a:rPr>
              <a:t>(10, 20);		</a:t>
            </a:r>
            <a:r>
              <a:rPr lang="en-US" altLang="en-US" sz="1600" dirty="0">
                <a:solidFill>
                  <a:srgbClr val="008000"/>
                </a:solidFill>
                <a:latin typeface="Trebuchet MS" panose="020B0603020202020204" pitchFamily="34" charset="0"/>
              </a:rPr>
              <a:t>// </a:t>
            </a:r>
            <a:r>
              <a:rPr lang="en-US" altLang="en-US" sz="1600" dirty="0" err="1">
                <a:solidFill>
                  <a:srgbClr val="008000"/>
                </a:solidFill>
                <a:latin typeface="Trebuchet MS" panose="020B0603020202020204" pitchFamily="34" charset="0"/>
                <a:ea typeface="새굴림" pitchFamily="18" charset="-127"/>
              </a:rPr>
              <a:t>함수</a:t>
            </a:r>
            <a:r>
              <a:rPr lang="en-US" altLang="en-US" sz="1600" dirty="0">
                <a:solidFill>
                  <a:srgbClr val="008000"/>
                </a:solidFill>
                <a:latin typeface="Trebuchet MS" panose="020B0603020202020204" pitchFamily="34" charset="0"/>
              </a:rPr>
              <a:t> </a:t>
            </a:r>
            <a:r>
              <a:rPr lang="en-US" altLang="en-US" sz="1600" dirty="0" err="1">
                <a:solidFill>
                  <a:srgbClr val="008000"/>
                </a:solidFill>
                <a:latin typeface="Trebuchet MS" panose="020B0603020202020204" pitchFamily="34" charset="0"/>
                <a:ea typeface="새굴림" pitchFamily="18" charset="-127"/>
              </a:rPr>
              <a:t>포인터를</a:t>
            </a:r>
            <a:r>
              <a:rPr lang="en-US" altLang="en-US" sz="1600" dirty="0">
                <a:solidFill>
                  <a:srgbClr val="008000"/>
                </a:solidFill>
                <a:latin typeface="Trebuchet MS" panose="020B0603020202020204" pitchFamily="34" charset="0"/>
              </a:rPr>
              <a:t> </a:t>
            </a:r>
            <a:r>
              <a:rPr lang="en-US" altLang="en-US" sz="1600" dirty="0" err="1">
                <a:solidFill>
                  <a:srgbClr val="008000"/>
                </a:solidFill>
                <a:latin typeface="Trebuchet MS" panose="020B0603020202020204" pitchFamily="34" charset="0"/>
                <a:ea typeface="새굴림" pitchFamily="18" charset="-127"/>
              </a:rPr>
              <a:t>통한</a:t>
            </a:r>
            <a:r>
              <a:rPr lang="en-US" altLang="en-US" sz="1600" dirty="0">
                <a:solidFill>
                  <a:srgbClr val="008000"/>
                </a:solidFill>
                <a:latin typeface="Trebuchet MS" panose="020B0603020202020204" pitchFamily="34" charset="0"/>
              </a:rPr>
              <a:t> </a:t>
            </a:r>
            <a:r>
              <a:rPr lang="en-US" altLang="en-US" sz="1600" dirty="0" err="1">
                <a:solidFill>
                  <a:srgbClr val="008000"/>
                </a:solidFill>
                <a:latin typeface="Trebuchet MS" panose="020B0603020202020204" pitchFamily="34" charset="0"/>
                <a:ea typeface="새굴림" pitchFamily="18" charset="-127"/>
              </a:rPr>
              <a:t>함수</a:t>
            </a:r>
            <a:r>
              <a:rPr lang="en-US" altLang="en-US" sz="1600" dirty="0">
                <a:solidFill>
                  <a:srgbClr val="008000"/>
                </a:solidFill>
                <a:latin typeface="Trebuchet MS" panose="020B0603020202020204" pitchFamily="34" charset="0"/>
              </a:rPr>
              <a:t> sub() </a:t>
            </a:r>
            <a:r>
              <a:rPr lang="en-US" altLang="en-US" sz="1600" dirty="0" err="1">
                <a:solidFill>
                  <a:srgbClr val="008000"/>
                </a:solidFill>
                <a:latin typeface="Trebuchet MS" panose="020B0603020202020204" pitchFamily="34" charset="0"/>
                <a:ea typeface="새굴림" pitchFamily="18" charset="-127"/>
              </a:rPr>
              <a:t>호출</a:t>
            </a:r>
            <a:endParaRPr lang="en-US" altLang="en-US" sz="1600" dirty="0">
              <a:latin typeface="Trebuchet MS" panose="020B0603020202020204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anose="020B0603020202020204" pitchFamily="34" charset="0"/>
              </a:rPr>
              <a:t>	</a:t>
            </a:r>
            <a:r>
              <a:rPr lang="en-US" altLang="en-US" sz="1600" dirty="0" err="1">
                <a:latin typeface="Trebuchet MS" panose="020B0603020202020204" pitchFamily="34" charset="0"/>
              </a:rPr>
              <a:t>printf</a:t>
            </a:r>
            <a:r>
              <a:rPr lang="en-US" altLang="en-US" sz="1600" dirty="0">
                <a:latin typeface="Trebuchet MS" panose="020B0603020202020204" pitchFamily="34" charset="0"/>
              </a:rPr>
              <a:t>(</a:t>
            </a:r>
            <a:r>
              <a:rPr lang="en-US" altLang="en-US" sz="1600" dirty="0">
                <a:solidFill>
                  <a:srgbClr val="800000"/>
                </a:solidFill>
                <a:latin typeface="Trebuchet MS" panose="020B0603020202020204" pitchFamily="34" charset="0"/>
              </a:rPr>
              <a:t>"10-20은 %d\n"</a:t>
            </a:r>
            <a:r>
              <a:rPr lang="en-US" altLang="en-US" sz="1600" dirty="0">
                <a:latin typeface="Trebuchet MS" panose="020B0603020202020204" pitchFamily="34" charset="0"/>
              </a:rPr>
              <a:t>, result);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endParaRPr lang="en-US" altLang="en-US" sz="1600" dirty="0">
              <a:latin typeface="Trebuchet MS" panose="020B0603020202020204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anose="020B0603020202020204" pitchFamily="34" charset="0"/>
              </a:rPr>
              <a:t>	</a:t>
            </a:r>
            <a:r>
              <a:rPr lang="en-US" altLang="en-US" sz="1600" dirty="0">
                <a:solidFill>
                  <a:srgbClr val="0000FF"/>
                </a:solidFill>
                <a:latin typeface="Trebuchet MS" panose="020B0603020202020204" pitchFamily="34" charset="0"/>
              </a:rPr>
              <a:t>return</a:t>
            </a:r>
            <a:r>
              <a:rPr lang="en-US" altLang="en-US" sz="1600" dirty="0">
                <a:latin typeface="Trebuchet MS" panose="020B0603020202020204" pitchFamily="34" charset="0"/>
              </a:rPr>
              <a:t> 0;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anose="020B0603020202020204" pitchFamily="34" charset="0"/>
              </a:rPr>
              <a:t>}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endParaRPr lang="en-US" altLang="en-US" sz="1600" dirty="0">
              <a:latin typeface="Trebuchet MS" panose="020B0603020202020204" pitchFamily="34" charset="0"/>
            </a:endParaRPr>
          </a:p>
        </p:txBody>
      </p:sp>
      <p:sp>
        <p:nvSpPr>
          <p:cNvPr id="165892" name="Rectangle 4"/>
          <p:cNvSpPr>
            <a:spLocks noChangeArrowheads="1"/>
          </p:cNvSpPr>
          <p:nvPr/>
        </p:nvSpPr>
        <p:spPr bwMode="auto">
          <a:xfrm>
            <a:off x="0" y="30257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165893" name="Rectangle 5"/>
          <p:cNvSpPr>
            <a:spLocks noChangeArrowheads="1"/>
          </p:cNvSpPr>
          <p:nvPr/>
        </p:nvSpPr>
        <p:spPr bwMode="auto">
          <a:xfrm>
            <a:off x="0" y="31273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165894" name="Rectangle 6"/>
          <p:cNvSpPr>
            <a:spLocks noChangeArrowheads="1"/>
          </p:cNvSpPr>
          <p:nvPr/>
        </p:nvSpPr>
        <p:spPr bwMode="auto">
          <a:xfrm>
            <a:off x="0" y="30908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165895" name="Rectangle 7"/>
          <p:cNvSpPr>
            <a:spLocks noChangeArrowheads="1"/>
          </p:cNvSpPr>
          <p:nvPr/>
        </p:nvSpPr>
        <p:spPr bwMode="auto">
          <a:xfrm>
            <a:off x="0" y="28225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165898" name="Rectangle 10"/>
          <p:cNvSpPr>
            <a:spLocks noChangeArrowheads="1"/>
          </p:cNvSpPr>
          <p:nvPr/>
        </p:nvSpPr>
        <p:spPr bwMode="auto">
          <a:xfrm>
            <a:off x="0" y="31337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1035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Lab 4: </a:t>
            </a:r>
            <a:r>
              <a:rPr lang="ko-KR" altLang="en-US" dirty="0" err="1"/>
              <a:t>함수포인터</a:t>
            </a:r>
            <a:endParaRPr lang="en-US" altLang="ko-KR" dirty="0"/>
          </a:p>
        </p:txBody>
      </p:sp>
      <p:sp>
        <p:nvSpPr>
          <p:cNvPr id="191491" name="Rectangle 3"/>
          <p:cNvSpPr>
            <a:spLocks noChangeArrowheads="1"/>
          </p:cNvSpPr>
          <p:nvPr/>
        </p:nvSpPr>
        <p:spPr bwMode="auto">
          <a:xfrm>
            <a:off x="899592" y="1916832"/>
            <a:ext cx="7704137" cy="2616667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>
                      <a:alpha val="50000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 err="1">
                <a:solidFill>
                  <a:srgbClr val="0000FF"/>
                </a:solidFill>
                <a:latin typeface="Trebuchet MS" panose="020B0603020202020204" pitchFamily="34" charset="0"/>
              </a:rPr>
              <a:t>int</a:t>
            </a:r>
            <a:r>
              <a:rPr lang="en-US" altLang="en-US" sz="1600" dirty="0">
                <a:latin typeface="Trebuchet MS" panose="020B0603020202020204" pitchFamily="34" charset="0"/>
              </a:rPr>
              <a:t> add(</a:t>
            </a:r>
            <a:r>
              <a:rPr lang="en-US" altLang="en-US" sz="1600" dirty="0" err="1">
                <a:solidFill>
                  <a:srgbClr val="0000FF"/>
                </a:solidFill>
                <a:latin typeface="Trebuchet MS" panose="020B0603020202020204" pitchFamily="34" charset="0"/>
              </a:rPr>
              <a:t>int</a:t>
            </a:r>
            <a:r>
              <a:rPr lang="en-US" altLang="en-US" sz="1600" dirty="0">
                <a:latin typeface="Trebuchet MS" panose="020B0603020202020204" pitchFamily="34" charset="0"/>
              </a:rPr>
              <a:t> x, </a:t>
            </a:r>
            <a:r>
              <a:rPr lang="en-US" altLang="en-US" sz="1600" dirty="0" err="1">
                <a:solidFill>
                  <a:srgbClr val="0000FF"/>
                </a:solidFill>
                <a:latin typeface="Trebuchet MS" panose="020B0603020202020204" pitchFamily="34" charset="0"/>
              </a:rPr>
              <a:t>int</a:t>
            </a:r>
            <a:r>
              <a:rPr lang="en-US" altLang="en-US" sz="1600" dirty="0">
                <a:latin typeface="Trebuchet MS" panose="020B0603020202020204" pitchFamily="34" charset="0"/>
              </a:rPr>
              <a:t> y)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anose="020B0603020202020204" pitchFamily="34" charset="0"/>
              </a:rPr>
              <a:t>{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anose="020B0603020202020204" pitchFamily="34" charset="0"/>
              </a:rPr>
              <a:t>	</a:t>
            </a:r>
            <a:r>
              <a:rPr lang="en-US" altLang="en-US" sz="1600" dirty="0">
                <a:solidFill>
                  <a:srgbClr val="0000FF"/>
                </a:solidFill>
                <a:latin typeface="Trebuchet MS" panose="020B0603020202020204" pitchFamily="34" charset="0"/>
              </a:rPr>
              <a:t>return</a:t>
            </a:r>
            <a:r>
              <a:rPr lang="en-US" altLang="en-US" sz="1600" dirty="0">
                <a:latin typeface="Trebuchet MS" panose="020B0603020202020204" pitchFamily="34" charset="0"/>
              </a:rPr>
              <a:t> </a:t>
            </a:r>
            <a:r>
              <a:rPr lang="en-US" altLang="en-US" sz="1600" dirty="0" err="1">
                <a:latin typeface="Trebuchet MS" panose="020B0603020202020204" pitchFamily="34" charset="0"/>
              </a:rPr>
              <a:t>x+y</a:t>
            </a:r>
            <a:r>
              <a:rPr lang="en-US" altLang="en-US" sz="1600" dirty="0">
                <a:latin typeface="Trebuchet MS" panose="020B0603020202020204" pitchFamily="34" charset="0"/>
              </a:rPr>
              <a:t>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anose="020B0603020202020204" pitchFamily="34" charset="0"/>
              </a:rPr>
              <a:t>}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endParaRPr lang="en-US" altLang="en-US" sz="1600" dirty="0">
              <a:latin typeface="Trebuchet MS" panose="020B0603020202020204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 err="1">
                <a:solidFill>
                  <a:srgbClr val="0000FF"/>
                </a:solidFill>
                <a:latin typeface="Trebuchet MS" panose="020B0603020202020204" pitchFamily="34" charset="0"/>
              </a:rPr>
              <a:t>int</a:t>
            </a:r>
            <a:r>
              <a:rPr lang="en-US" altLang="en-US" sz="1600" dirty="0">
                <a:latin typeface="Trebuchet MS" panose="020B0603020202020204" pitchFamily="34" charset="0"/>
              </a:rPr>
              <a:t> sub(</a:t>
            </a:r>
            <a:r>
              <a:rPr lang="en-US" altLang="en-US" sz="1600" dirty="0" err="1">
                <a:solidFill>
                  <a:srgbClr val="0000FF"/>
                </a:solidFill>
                <a:latin typeface="Trebuchet MS" panose="020B0603020202020204" pitchFamily="34" charset="0"/>
              </a:rPr>
              <a:t>int</a:t>
            </a:r>
            <a:r>
              <a:rPr lang="en-US" altLang="en-US" sz="1600" dirty="0">
                <a:latin typeface="Trebuchet MS" panose="020B0603020202020204" pitchFamily="34" charset="0"/>
              </a:rPr>
              <a:t> x, </a:t>
            </a:r>
            <a:r>
              <a:rPr lang="en-US" altLang="en-US" sz="1600" dirty="0" err="1">
                <a:solidFill>
                  <a:srgbClr val="0000FF"/>
                </a:solidFill>
                <a:latin typeface="Trebuchet MS" panose="020B0603020202020204" pitchFamily="34" charset="0"/>
              </a:rPr>
              <a:t>int</a:t>
            </a:r>
            <a:r>
              <a:rPr lang="en-US" altLang="en-US" sz="1600" dirty="0">
                <a:latin typeface="Trebuchet MS" panose="020B0603020202020204" pitchFamily="34" charset="0"/>
              </a:rPr>
              <a:t> y)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anose="020B0603020202020204" pitchFamily="34" charset="0"/>
              </a:rPr>
              <a:t>{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anose="020B0603020202020204" pitchFamily="34" charset="0"/>
              </a:rPr>
              <a:t>	</a:t>
            </a:r>
            <a:r>
              <a:rPr lang="en-US" altLang="en-US" sz="1600" dirty="0">
                <a:solidFill>
                  <a:srgbClr val="0000FF"/>
                </a:solidFill>
                <a:latin typeface="Trebuchet MS" panose="020B0603020202020204" pitchFamily="34" charset="0"/>
              </a:rPr>
              <a:t>return</a:t>
            </a:r>
            <a:r>
              <a:rPr lang="en-US" altLang="en-US" sz="1600" dirty="0">
                <a:latin typeface="Trebuchet MS" panose="020B0603020202020204" pitchFamily="34" charset="0"/>
              </a:rPr>
              <a:t> x-y;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anose="020B0603020202020204" pitchFamily="34" charset="0"/>
              </a:rPr>
              <a:t>}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DD6AB1C3-C804-4CED-8A25-D76DD2AB8774}"/>
              </a:ext>
            </a:extLst>
          </p:cNvPr>
          <p:cNvGrpSpPr/>
          <p:nvPr/>
        </p:nvGrpSpPr>
        <p:grpSpPr>
          <a:xfrm>
            <a:off x="920301" y="4725144"/>
            <a:ext cx="7741997" cy="1311490"/>
            <a:chOff x="5038165" y="815788"/>
            <a:chExt cx="3663880" cy="1316231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C9AE013E-43E9-4372-AB84-94512D038F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56679" y="1781959"/>
              <a:ext cx="745785" cy="350060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4A96E66A-8672-4944-BED9-783F496DDE47}"/>
                </a:ext>
              </a:extLst>
            </p:cNvPr>
            <p:cNvSpPr/>
            <p:nvPr/>
          </p:nvSpPr>
          <p:spPr>
            <a:xfrm>
              <a:off x="5038165" y="815788"/>
              <a:ext cx="3663880" cy="1123893"/>
            </a:xfrm>
            <a:prstGeom prst="rect">
              <a:avLst/>
            </a:prstGeom>
            <a:solidFill>
              <a:srgbClr val="1F6EA7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10+20</a:t>
              </a:r>
              <a:r>
                <a:rPr lang="ko-KR" altLang="en-US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은 </a:t>
              </a:r>
              <a:r>
                <a:rPr lang="en-US" altLang="ko-KR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30</a:t>
              </a:r>
            </a:p>
            <a:p>
              <a:pPr algn="just" eaLnBrk="0" latinLnBrk="0" hangingPunct="0"/>
              <a:r>
                <a:rPr lang="en-US" altLang="ko-KR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10-20</a:t>
              </a:r>
              <a:r>
                <a:rPr lang="ko-KR" altLang="en-US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은 </a:t>
              </a:r>
              <a:r>
                <a:rPr lang="en-US" altLang="ko-KR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-10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59313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BB8C78-5D38-4445-8B32-0CCDC6D30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Lab </a:t>
            </a:r>
            <a:r>
              <a:rPr lang="en-US" altLang="ko-KR" dirty="0" smtClean="0"/>
              <a:t>5: </a:t>
            </a:r>
            <a:r>
              <a:rPr lang="ko-KR" altLang="en-US" dirty="0" err="1" smtClean="0"/>
              <a:t>함수포인터</a:t>
            </a:r>
            <a:r>
              <a:rPr lang="ko-KR" altLang="en-US" dirty="0" smtClean="0"/>
              <a:t> </a:t>
            </a:r>
            <a:r>
              <a:rPr lang="ko-KR" altLang="en-US" dirty="0" smtClean="0"/>
              <a:t>배열 </a:t>
            </a:r>
            <a:r>
              <a:rPr lang="en-US" altLang="ko-KR" dirty="0" smtClean="0"/>
              <a:t>(</a:t>
            </a:r>
            <a:r>
              <a:rPr lang="ko-KR" altLang="en-US" dirty="0" smtClean="0"/>
              <a:t>코드 이해하기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FB8A0D84-E59C-48C3-A9E4-33F15154559F}"/>
              </a:ext>
            </a:extLst>
          </p:cNvPr>
          <p:cNvGrpSpPr/>
          <p:nvPr/>
        </p:nvGrpSpPr>
        <p:grpSpPr>
          <a:xfrm>
            <a:off x="827585" y="1681100"/>
            <a:ext cx="7958158" cy="4784219"/>
            <a:chOff x="5038165" y="815788"/>
            <a:chExt cx="3663880" cy="1211006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54513AF3-8D83-4108-A69E-1868303AD9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37955" y="1892840"/>
              <a:ext cx="664299" cy="133954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C53476FE-48BC-4988-97CE-FD489E999EFB}"/>
                </a:ext>
              </a:extLst>
            </p:cNvPr>
            <p:cNvSpPr/>
            <p:nvPr/>
          </p:nvSpPr>
          <p:spPr>
            <a:xfrm>
              <a:off x="5038165" y="815788"/>
              <a:ext cx="3663880" cy="1123893"/>
            </a:xfrm>
            <a:prstGeom prst="rect">
              <a:avLst/>
            </a:prstGeom>
            <a:solidFill>
              <a:srgbClr val="1F6EA7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=====================</a:t>
              </a:r>
            </a:p>
            <a:p>
              <a:pPr algn="just" eaLnBrk="0" latinLnBrk="0" hangingPunct="0"/>
              <a:r>
                <a:rPr lang="en-US" altLang="ko-KR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0. </a:t>
              </a:r>
              <a:r>
                <a:rPr lang="ko-KR" altLang="en-US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덧셈</a:t>
              </a:r>
            </a:p>
            <a:p>
              <a:pPr algn="just" eaLnBrk="0" latinLnBrk="0" hangingPunct="0"/>
              <a:r>
                <a:rPr lang="en-US" altLang="ko-KR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1. </a:t>
              </a:r>
              <a:r>
                <a:rPr lang="ko-KR" altLang="en-US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뺄셈</a:t>
              </a:r>
            </a:p>
            <a:p>
              <a:pPr algn="just" eaLnBrk="0" latinLnBrk="0" hangingPunct="0"/>
              <a:r>
                <a:rPr lang="en-US" altLang="ko-KR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2. </a:t>
              </a:r>
              <a:r>
                <a:rPr lang="ko-KR" altLang="en-US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곱셈</a:t>
              </a:r>
            </a:p>
            <a:p>
              <a:pPr algn="just" eaLnBrk="0" latinLnBrk="0" hangingPunct="0"/>
              <a:r>
                <a:rPr lang="en-US" altLang="ko-KR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3. </a:t>
              </a:r>
              <a:r>
                <a:rPr lang="ko-KR" altLang="en-US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나눗셈</a:t>
              </a:r>
            </a:p>
            <a:p>
              <a:pPr algn="just" eaLnBrk="0" latinLnBrk="0" hangingPunct="0"/>
              <a:r>
                <a:rPr lang="en-US" altLang="ko-KR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4. </a:t>
              </a:r>
              <a:r>
                <a:rPr lang="ko-KR" altLang="en-US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종료</a:t>
              </a:r>
            </a:p>
            <a:p>
              <a:pPr algn="just" eaLnBrk="0" latinLnBrk="0" hangingPunct="0"/>
              <a:r>
                <a:rPr lang="en-US" altLang="ko-KR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=====================</a:t>
              </a:r>
            </a:p>
            <a:p>
              <a:pPr algn="just" eaLnBrk="0" latinLnBrk="0" hangingPunct="0"/>
              <a:r>
                <a:rPr lang="ko-KR" altLang="en-US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메뉴를 </a:t>
              </a:r>
              <a:r>
                <a:rPr lang="ko-KR" altLang="en-US" sz="1400" dirty="0" err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선택하시오</a:t>
              </a:r>
              <a:r>
                <a:rPr lang="en-US" altLang="ko-KR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:2</a:t>
              </a:r>
            </a:p>
            <a:p>
              <a:pPr algn="just" eaLnBrk="0" latinLnBrk="0" hangingPunct="0"/>
              <a:r>
                <a:rPr lang="en-US" altLang="ko-KR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2</a:t>
              </a:r>
              <a:r>
                <a:rPr lang="ko-KR" altLang="en-US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개의 정수를 </a:t>
              </a:r>
              <a:r>
                <a:rPr lang="ko-KR" altLang="en-US" sz="1400" dirty="0" err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입력하시오</a:t>
              </a:r>
              <a:r>
                <a:rPr lang="en-US" altLang="ko-KR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:10 20</a:t>
              </a:r>
            </a:p>
            <a:p>
              <a:pPr algn="just" eaLnBrk="0" latinLnBrk="0" hangingPunct="0"/>
              <a:r>
                <a:rPr lang="ko-KR" altLang="en-US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연산 결과 </a:t>
              </a:r>
              <a:r>
                <a:rPr lang="en-US" altLang="ko-KR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= 200</a:t>
              </a:r>
            </a:p>
            <a:p>
              <a:pPr algn="just" eaLnBrk="0" latinLnBrk="0" hangingPunct="0"/>
              <a:endParaRPr lang="en-US" altLang="ko-KR" sz="1400" dirty="0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endParaRPr>
            </a:p>
            <a:p>
              <a:pPr algn="just" eaLnBrk="0" latinLnBrk="0" hangingPunct="0"/>
              <a:r>
                <a:rPr lang="en-US" altLang="ko-KR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=====================</a:t>
              </a:r>
            </a:p>
            <a:p>
              <a:pPr algn="just" eaLnBrk="0" latinLnBrk="0" hangingPunct="0"/>
              <a:r>
                <a:rPr lang="en-US" altLang="ko-KR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0. </a:t>
              </a:r>
              <a:r>
                <a:rPr lang="ko-KR" altLang="en-US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덧셈</a:t>
              </a:r>
            </a:p>
            <a:p>
              <a:pPr algn="just" eaLnBrk="0" latinLnBrk="0" hangingPunct="0"/>
              <a:r>
                <a:rPr lang="en-US" altLang="ko-KR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1. </a:t>
              </a:r>
              <a:r>
                <a:rPr lang="ko-KR" altLang="en-US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뺄셈</a:t>
              </a:r>
            </a:p>
            <a:p>
              <a:pPr algn="just" eaLnBrk="0" latinLnBrk="0" hangingPunct="0"/>
              <a:r>
                <a:rPr lang="en-US" altLang="ko-KR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2. </a:t>
              </a:r>
              <a:r>
                <a:rPr lang="ko-KR" altLang="en-US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곱셈</a:t>
              </a:r>
            </a:p>
            <a:p>
              <a:pPr algn="just" eaLnBrk="0" latinLnBrk="0" hangingPunct="0"/>
              <a:r>
                <a:rPr lang="en-US" altLang="ko-KR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3. </a:t>
              </a:r>
              <a:r>
                <a:rPr lang="ko-KR" altLang="en-US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나눗셈</a:t>
              </a:r>
            </a:p>
            <a:p>
              <a:pPr algn="just" eaLnBrk="0" latinLnBrk="0" hangingPunct="0"/>
              <a:r>
                <a:rPr lang="en-US" altLang="ko-KR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4. </a:t>
              </a:r>
              <a:r>
                <a:rPr lang="ko-KR" altLang="en-US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종료</a:t>
              </a:r>
            </a:p>
            <a:p>
              <a:pPr algn="just" eaLnBrk="0" latinLnBrk="0" hangingPunct="0"/>
              <a:r>
                <a:rPr lang="en-US" altLang="ko-KR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=====================</a:t>
              </a:r>
            </a:p>
            <a:p>
              <a:pPr algn="just" eaLnBrk="0" latinLnBrk="0" hangingPunct="0"/>
              <a:r>
                <a:rPr lang="ko-KR" altLang="en-US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메뉴를 </a:t>
              </a:r>
              <a:r>
                <a:rPr lang="ko-KR" altLang="en-US" sz="1400" dirty="0" err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선택하시오</a:t>
              </a:r>
              <a:r>
                <a:rPr lang="en-US" altLang="ko-KR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717401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Lab 5: </a:t>
            </a:r>
            <a:r>
              <a:rPr lang="ko-KR" altLang="en-US" dirty="0" err="1"/>
              <a:t>함수포인터</a:t>
            </a:r>
            <a:r>
              <a:rPr lang="ko-KR" altLang="en-US" dirty="0"/>
              <a:t> 배열</a:t>
            </a:r>
            <a:endParaRPr lang="en-US" altLang="ko-KR" dirty="0"/>
          </a:p>
        </p:txBody>
      </p:sp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612648" y="1052513"/>
            <a:ext cx="8280527" cy="5544839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>
                      <a:alpha val="50000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solidFill>
                  <a:srgbClr val="008000"/>
                </a:solidFill>
                <a:latin typeface="Trebuchet MS" panose="020B0603020202020204" pitchFamily="34" charset="0"/>
                <a:cs typeface="Arial" pitchFamily="34" charset="0"/>
              </a:rPr>
              <a:t>// </a:t>
            </a:r>
            <a:r>
              <a:rPr lang="en-US" altLang="en-US" sz="1600" dirty="0" err="1">
                <a:solidFill>
                  <a:srgbClr val="008000"/>
                </a:solidFill>
                <a:latin typeface="Trebuchet MS" panose="020B0603020202020204" pitchFamily="34" charset="0"/>
                <a:cs typeface="Arial" pitchFamily="34" charset="0"/>
              </a:rPr>
              <a:t>함수</a:t>
            </a:r>
            <a:r>
              <a:rPr lang="en-US" altLang="en-US" sz="1600" dirty="0">
                <a:solidFill>
                  <a:srgbClr val="008000"/>
                </a:solidFill>
                <a:latin typeface="Trebuchet MS" panose="020B0603020202020204" pitchFamily="34" charset="0"/>
                <a:cs typeface="Arial" pitchFamily="34" charset="0"/>
              </a:rPr>
              <a:t> </a:t>
            </a:r>
            <a:r>
              <a:rPr lang="en-US" altLang="en-US" sz="1600" dirty="0" err="1">
                <a:solidFill>
                  <a:srgbClr val="008000"/>
                </a:solidFill>
                <a:latin typeface="Trebuchet MS" panose="020B0603020202020204" pitchFamily="34" charset="0"/>
                <a:cs typeface="Arial" pitchFamily="34" charset="0"/>
              </a:rPr>
              <a:t>포인터</a:t>
            </a:r>
            <a:r>
              <a:rPr lang="en-US" altLang="en-US" sz="1600" dirty="0">
                <a:solidFill>
                  <a:srgbClr val="008000"/>
                </a:solidFill>
                <a:latin typeface="Trebuchet MS" panose="020B0603020202020204" pitchFamily="34" charset="0"/>
                <a:cs typeface="Arial" pitchFamily="34" charset="0"/>
              </a:rPr>
              <a:t> </a:t>
            </a:r>
            <a:r>
              <a:rPr lang="en-US" altLang="en-US" sz="1600" dirty="0" err="1">
                <a:solidFill>
                  <a:srgbClr val="008000"/>
                </a:solidFill>
                <a:latin typeface="Trebuchet MS" panose="020B0603020202020204" pitchFamily="34" charset="0"/>
                <a:cs typeface="Arial" pitchFamily="34" charset="0"/>
              </a:rPr>
              <a:t>배열</a:t>
            </a:r>
            <a:endParaRPr lang="en-US" altLang="en-US" sz="1600" dirty="0">
              <a:latin typeface="Trebuchet MS" panose="020B0603020202020204" pitchFamily="34" charset="0"/>
              <a:cs typeface="Arial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solidFill>
                  <a:srgbClr val="0000FF"/>
                </a:solidFill>
                <a:latin typeface="Trebuchet MS" panose="020B0603020202020204" pitchFamily="34" charset="0"/>
                <a:cs typeface="Arial" pitchFamily="34" charset="0"/>
              </a:rPr>
              <a:t>#include</a:t>
            </a:r>
            <a:r>
              <a:rPr lang="en-US" altLang="en-US" sz="1600" dirty="0">
                <a:latin typeface="Trebuchet MS" panose="020B0603020202020204" pitchFamily="34" charset="0"/>
                <a:cs typeface="Arial" pitchFamily="34" charset="0"/>
              </a:rPr>
              <a:t> </a:t>
            </a:r>
            <a:r>
              <a:rPr lang="en-US" altLang="en-US" sz="1600" dirty="0">
                <a:solidFill>
                  <a:srgbClr val="800000"/>
                </a:solidFill>
                <a:latin typeface="Trebuchet MS" panose="020B0603020202020204" pitchFamily="34" charset="0"/>
                <a:cs typeface="Arial" pitchFamily="34" charset="0"/>
              </a:rPr>
              <a:t>&lt;</a:t>
            </a:r>
            <a:r>
              <a:rPr lang="en-US" altLang="en-US" sz="1600" dirty="0" err="1">
                <a:solidFill>
                  <a:srgbClr val="800000"/>
                </a:solidFill>
                <a:latin typeface="Trebuchet MS" panose="020B0603020202020204" pitchFamily="34" charset="0"/>
                <a:cs typeface="Arial" pitchFamily="34" charset="0"/>
              </a:rPr>
              <a:t>stdio.h</a:t>
            </a:r>
            <a:r>
              <a:rPr lang="en-US" altLang="en-US" sz="1600" dirty="0">
                <a:solidFill>
                  <a:srgbClr val="800000"/>
                </a:solidFill>
                <a:latin typeface="Trebuchet MS" panose="020B0603020202020204" pitchFamily="34" charset="0"/>
                <a:cs typeface="Arial" pitchFamily="34" charset="0"/>
              </a:rPr>
              <a:t>&gt;</a:t>
            </a:r>
            <a:endParaRPr lang="en-US" altLang="en-US" sz="1600" dirty="0">
              <a:latin typeface="Trebuchet MS" panose="020B0603020202020204" pitchFamily="34" charset="0"/>
              <a:cs typeface="Arial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endParaRPr lang="en-US" altLang="en-US" sz="1600" dirty="0">
              <a:latin typeface="Trebuchet MS" panose="020B0603020202020204" pitchFamily="34" charset="0"/>
              <a:cs typeface="Arial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solidFill>
                  <a:srgbClr val="008000"/>
                </a:solidFill>
                <a:latin typeface="Trebuchet MS" panose="020B0603020202020204" pitchFamily="34" charset="0"/>
                <a:cs typeface="Arial" pitchFamily="34" charset="0"/>
              </a:rPr>
              <a:t>// </a:t>
            </a:r>
            <a:r>
              <a:rPr lang="en-US" altLang="en-US" sz="1600" dirty="0" err="1">
                <a:solidFill>
                  <a:srgbClr val="008000"/>
                </a:solidFill>
                <a:latin typeface="Trebuchet MS" panose="020B0603020202020204" pitchFamily="34" charset="0"/>
                <a:cs typeface="Arial" pitchFamily="34" charset="0"/>
              </a:rPr>
              <a:t>함수</a:t>
            </a:r>
            <a:r>
              <a:rPr lang="en-US" altLang="en-US" sz="1600" dirty="0">
                <a:solidFill>
                  <a:srgbClr val="008000"/>
                </a:solidFill>
                <a:latin typeface="Trebuchet MS" panose="020B0603020202020204" pitchFamily="34" charset="0"/>
                <a:cs typeface="Arial" pitchFamily="34" charset="0"/>
              </a:rPr>
              <a:t> </a:t>
            </a:r>
            <a:r>
              <a:rPr lang="en-US" altLang="en-US" sz="1600" dirty="0" err="1">
                <a:solidFill>
                  <a:srgbClr val="008000"/>
                </a:solidFill>
                <a:latin typeface="Trebuchet MS" panose="020B0603020202020204" pitchFamily="34" charset="0"/>
                <a:cs typeface="Arial" pitchFamily="34" charset="0"/>
              </a:rPr>
              <a:t>원형</a:t>
            </a:r>
            <a:r>
              <a:rPr lang="en-US" altLang="en-US" sz="1600" dirty="0">
                <a:solidFill>
                  <a:srgbClr val="008000"/>
                </a:solidFill>
                <a:latin typeface="Trebuchet MS" panose="020B0603020202020204" pitchFamily="34" charset="0"/>
                <a:cs typeface="Arial" pitchFamily="34" charset="0"/>
              </a:rPr>
              <a:t> </a:t>
            </a:r>
            <a:r>
              <a:rPr lang="en-US" altLang="en-US" sz="1600" dirty="0" err="1">
                <a:solidFill>
                  <a:srgbClr val="008000"/>
                </a:solidFill>
                <a:latin typeface="Trebuchet MS" panose="020B0603020202020204" pitchFamily="34" charset="0"/>
                <a:cs typeface="Arial" pitchFamily="34" charset="0"/>
              </a:rPr>
              <a:t>정의</a:t>
            </a:r>
            <a:endParaRPr lang="en-US" altLang="en-US" sz="1600" dirty="0">
              <a:latin typeface="Trebuchet MS" panose="020B0603020202020204" pitchFamily="34" charset="0"/>
              <a:cs typeface="Arial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solidFill>
                  <a:srgbClr val="0000FF"/>
                </a:solidFill>
                <a:latin typeface="Trebuchet MS" panose="020B0603020202020204" pitchFamily="34" charset="0"/>
                <a:cs typeface="Arial" pitchFamily="34" charset="0"/>
              </a:rPr>
              <a:t>void</a:t>
            </a:r>
            <a:r>
              <a:rPr lang="en-US" altLang="en-US" sz="1600" dirty="0">
                <a:latin typeface="Trebuchet MS" panose="020B0603020202020204" pitchFamily="34" charset="0"/>
                <a:cs typeface="Arial" pitchFamily="34" charset="0"/>
              </a:rPr>
              <a:t> menu(</a:t>
            </a:r>
            <a:r>
              <a:rPr lang="en-US" altLang="en-US" sz="1600" dirty="0">
                <a:solidFill>
                  <a:srgbClr val="0000FF"/>
                </a:solidFill>
                <a:latin typeface="Trebuchet MS" panose="020B0603020202020204" pitchFamily="34" charset="0"/>
                <a:cs typeface="Arial" pitchFamily="34" charset="0"/>
              </a:rPr>
              <a:t>void</a:t>
            </a:r>
            <a:r>
              <a:rPr lang="en-US" altLang="en-US" sz="1600" dirty="0">
                <a:latin typeface="Trebuchet MS" panose="020B0603020202020204" pitchFamily="34" charset="0"/>
                <a:cs typeface="Arial" pitchFamily="34" charset="0"/>
              </a:rPr>
              <a:t>);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 err="1">
                <a:solidFill>
                  <a:srgbClr val="0000FF"/>
                </a:solidFill>
                <a:latin typeface="Trebuchet MS" panose="020B0603020202020204" pitchFamily="34" charset="0"/>
                <a:cs typeface="Arial" pitchFamily="34" charset="0"/>
              </a:rPr>
              <a:t>int</a:t>
            </a:r>
            <a:r>
              <a:rPr lang="en-US" altLang="en-US" sz="1600" dirty="0">
                <a:latin typeface="Trebuchet MS" panose="020B0603020202020204" pitchFamily="34" charset="0"/>
                <a:cs typeface="Arial" pitchFamily="34" charset="0"/>
              </a:rPr>
              <a:t> add(</a:t>
            </a:r>
            <a:r>
              <a:rPr lang="en-US" altLang="en-US" sz="1600" dirty="0" err="1">
                <a:solidFill>
                  <a:srgbClr val="0000FF"/>
                </a:solidFill>
                <a:latin typeface="Trebuchet MS" panose="020B0603020202020204" pitchFamily="34" charset="0"/>
                <a:cs typeface="Arial" pitchFamily="34" charset="0"/>
              </a:rPr>
              <a:t>int</a:t>
            </a:r>
            <a:r>
              <a:rPr lang="en-US" altLang="en-US" sz="1600" dirty="0">
                <a:latin typeface="Trebuchet MS" panose="020B0603020202020204" pitchFamily="34" charset="0"/>
                <a:cs typeface="Arial" pitchFamily="34" charset="0"/>
              </a:rPr>
              <a:t> x, </a:t>
            </a:r>
            <a:r>
              <a:rPr lang="en-US" altLang="en-US" sz="1600" dirty="0" err="1">
                <a:solidFill>
                  <a:srgbClr val="0000FF"/>
                </a:solidFill>
                <a:latin typeface="Trebuchet MS" panose="020B0603020202020204" pitchFamily="34" charset="0"/>
                <a:cs typeface="Arial" pitchFamily="34" charset="0"/>
              </a:rPr>
              <a:t>int</a:t>
            </a:r>
            <a:r>
              <a:rPr lang="en-US" altLang="en-US" sz="1600" dirty="0">
                <a:latin typeface="Trebuchet MS" panose="020B0603020202020204" pitchFamily="34" charset="0"/>
                <a:cs typeface="Arial" pitchFamily="34" charset="0"/>
              </a:rPr>
              <a:t> y);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 err="1">
                <a:solidFill>
                  <a:srgbClr val="0000FF"/>
                </a:solidFill>
                <a:latin typeface="Trebuchet MS" panose="020B0603020202020204" pitchFamily="34" charset="0"/>
                <a:cs typeface="Arial" pitchFamily="34" charset="0"/>
              </a:rPr>
              <a:t>int</a:t>
            </a:r>
            <a:r>
              <a:rPr lang="en-US" altLang="en-US" sz="1600" dirty="0">
                <a:latin typeface="Trebuchet MS" panose="020B0603020202020204" pitchFamily="34" charset="0"/>
                <a:cs typeface="Arial" pitchFamily="34" charset="0"/>
              </a:rPr>
              <a:t> sub(</a:t>
            </a:r>
            <a:r>
              <a:rPr lang="en-US" altLang="en-US" sz="1600" dirty="0" err="1">
                <a:solidFill>
                  <a:srgbClr val="0000FF"/>
                </a:solidFill>
                <a:latin typeface="Trebuchet MS" panose="020B0603020202020204" pitchFamily="34" charset="0"/>
                <a:cs typeface="Arial" pitchFamily="34" charset="0"/>
              </a:rPr>
              <a:t>int</a:t>
            </a:r>
            <a:r>
              <a:rPr lang="en-US" altLang="en-US" sz="1600" dirty="0">
                <a:latin typeface="Trebuchet MS" panose="020B0603020202020204" pitchFamily="34" charset="0"/>
                <a:cs typeface="Arial" pitchFamily="34" charset="0"/>
              </a:rPr>
              <a:t> x, </a:t>
            </a:r>
            <a:r>
              <a:rPr lang="en-US" altLang="en-US" sz="1600" dirty="0" err="1">
                <a:solidFill>
                  <a:srgbClr val="0000FF"/>
                </a:solidFill>
                <a:latin typeface="Trebuchet MS" panose="020B0603020202020204" pitchFamily="34" charset="0"/>
                <a:cs typeface="Arial" pitchFamily="34" charset="0"/>
              </a:rPr>
              <a:t>int</a:t>
            </a:r>
            <a:r>
              <a:rPr lang="en-US" altLang="en-US" sz="1600" dirty="0">
                <a:latin typeface="Trebuchet MS" panose="020B0603020202020204" pitchFamily="34" charset="0"/>
                <a:cs typeface="Arial" pitchFamily="34" charset="0"/>
              </a:rPr>
              <a:t> y);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 err="1">
                <a:solidFill>
                  <a:srgbClr val="0000FF"/>
                </a:solidFill>
                <a:latin typeface="Trebuchet MS" panose="020B0603020202020204" pitchFamily="34" charset="0"/>
                <a:cs typeface="Arial" pitchFamily="34" charset="0"/>
              </a:rPr>
              <a:t>int</a:t>
            </a:r>
            <a:r>
              <a:rPr lang="en-US" altLang="en-US" sz="1600" dirty="0">
                <a:latin typeface="Trebuchet MS" panose="020B0603020202020204" pitchFamily="34" charset="0"/>
                <a:cs typeface="Arial" pitchFamily="34" charset="0"/>
              </a:rPr>
              <a:t> </a:t>
            </a:r>
            <a:r>
              <a:rPr lang="en-US" altLang="en-US" sz="1600" dirty="0" err="1">
                <a:latin typeface="Trebuchet MS" panose="020B0603020202020204" pitchFamily="34" charset="0"/>
                <a:cs typeface="Arial" pitchFamily="34" charset="0"/>
              </a:rPr>
              <a:t>mul</a:t>
            </a:r>
            <a:r>
              <a:rPr lang="en-US" altLang="en-US" sz="1600" dirty="0">
                <a:latin typeface="Trebuchet MS" panose="020B0603020202020204" pitchFamily="34" charset="0"/>
                <a:cs typeface="Arial" pitchFamily="34" charset="0"/>
              </a:rPr>
              <a:t>(</a:t>
            </a:r>
            <a:r>
              <a:rPr lang="en-US" altLang="en-US" sz="1600" dirty="0" err="1">
                <a:solidFill>
                  <a:srgbClr val="0000FF"/>
                </a:solidFill>
                <a:latin typeface="Trebuchet MS" panose="020B0603020202020204" pitchFamily="34" charset="0"/>
                <a:cs typeface="Arial" pitchFamily="34" charset="0"/>
              </a:rPr>
              <a:t>int</a:t>
            </a:r>
            <a:r>
              <a:rPr lang="en-US" altLang="en-US" sz="1600" dirty="0">
                <a:latin typeface="Trebuchet MS" panose="020B0603020202020204" pitchFamily="34" charset="0"/>
                <a:cs typeface="Arial" pitchFamily="34" charset="0"/>
              </a:rPr>
              <a:t> x, </a:t>
            </a:r>
            <a:r>
              <a:rPr lang="en-US" altLang="en-US" sz="1600" dirty="0" err="1">
                <a:solidFill>
                  <a:srgbClr val="0000FF"/>
                </a:solidFill>
                <a:latin typeface="Trebuchet MS" panose="020B0603020202020204" pitchFamily="34" charset="0"/>
                <a:cs typeface="Arial" pitchFamily="34" charset="0"/>
              </a:rPr>
              <a:t>int</a:t>
            </a:r>
            <a:r>
              <a:rPr lang="en-US" altLang="en-US" sz="1600" dirty="0">
                <a:latin typeface="Trebuchet MS" panose="020B0603020202020204" pitchFamily="34" charset="0"/>
                <a:cs typeface="Arial" pitchFamily="34" charset="0"/>
              </a:rPr>
              <a:t> y);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 err="1">
                <a:solidFill>
                  <a:srgbClr val="0000FF"/>
                </a:solidFill>
                <a:latin typeface="Trebuchet MS" panose="020B0603020202020204" pitchFamily="34" charset="0"/>
                <a:cs typeface="Arial" pitchFamily="34" charset="0"/>
              </a:rPr>
              <a:t>int</a:t>
            </a:r>
            <a:r>
              <a:rPr lang="en-US" altLang="en-US" sz="1600" dirty="0">
                <a:latin typeface="Trebuchet MS" panose="020B0603020202020204" pitchFamily="34" charset="0"/>
                <a:cs typeface="Arial" pitchFamily="34" charset="0"/>
              </a:rPr>
              <a:t> div(</a:t>
            </a:r>
            <a:r>
              <a:rPr lang="en-US" altLang="en-US" sz="1600" dirty="0" err="1">
                <a:solidFill>
                  <a:srgbClr val="0000FF"/>
                </a:solidFill>
                <a:latin typeface="Trebuchet MS" panose="020B0603020202020204" pitchFamily="34" charset="0"/>
                <a:cs typeface="Arial" pitchFamily="34" charset="0"/>
              </a:rPr>
              <a:t>int</a:t>
            </a:r>
            <a:r>
              <a:rPr lang="en-US" altLang="en-US" sz="1600" dirty="0">
                <a:latin typeface="Trebuchet MS" panose="020B0603020202020204" pitchFamily="34" charset="0"/>
                <a:cs typeface="Arial" pitchFamily="34" charset="0"/>
              </a:rPr>
              <a:t> x, </a:t>
            </a:r>
            <a:r>
              <a:rPr lang="en-US" altLang="en-US" sz="1600" dirty="0" err="1">
                <a:solidFill>
                  <a:srgbClr val="0000FF"/>
                </a:solidFill>
                <a:latin typeface="Trebuchet MS" panose="020B0603020202020204" pitchFamily="34" charset="0"/>
                <a:cs typeface="Arial" pitchFamily="34" charset="0"/>
              </a:rPr>
              <a:t>int</a:t>
            </a:r>
            <a:r>
              <a:rPr lang="en-US" altLang="en-US" sz="1600" dirty="0">
                <a:latin typeface="Trebuchet MS" panose="020B0603020202020204" pitchFamily="34" charset="0"/>
                <a:cs typeface="Arial" pitchFamily="34" charset="0"/>
              </a:rPr>
              <a:t> y);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endParaRPr lang="en-US" altLang="en-US" sz="1600" dirty="0">
              <a:latin typeface="Trebuchet MS" panose="020B0603020202020204" pitchFamily="34" charset="0"/>
              <a:cs typeface="Arial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solidFill>
                  <a:srgbClr val="0000FF"/>
                </a:solidFill>
                <a:latin typeface="Trebuchet MS" panose="020B0603020202020204" pitchFamily="34" charset="0"/>
                <a:cs typeface="Arial" pitchFamily="34" charset="0"/>
              </a:rPr>
              <a:t>void</a:t>
            </a:r>
            <a:r>
              <a:rPr lang="en-US" altLang="en-US" sz="1600" dirty="0">
                <a:latin typeface="Trebuchet MS" panose="020B0603020202020204" pitchFamily="34" charset="0"/>
                <a:cs typeface="Arial" pitchFamily="34" charset="0"/>
              </a:rPr>
              <a:t> menu(</a:t>
            </a:r>
            <a:r>
              <a:rPr lang="en-US" altLang="en-US" sz="1600" dirty="0">
                <a:solidFill>
                  <a:srgbClr val="0000FF"/>
                </a:solidFill>
                <a:latin typeface="Trebuchet MS" panose="020B0603020202020204" pitchFamily="34" charset="0"/>
                <a:cs typeface="Arial" pitchFamily="34" charset="0"/>
              </a:rPr>
              <a:t>void</a:t>
            </a:r>
            <a:r>
              <a:rPr lang="en-US" altLang="en-US" sz="1600" dirty="0">
                <a:latin typeface="Trebuchet MS" panose="020B0603020202020204" pitchFamily="34" charset="0"/>
                <a:cs typeface="Arial" pitchFamily="34" charset="0"/>
              </a:rPr>
              <a:t>)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anose="020B0603020202020204" pitchFamily="34" charset="0"/>
                <a:cs typeface="Arial" pitchFamily="34" charset="0"/>
              </a:rPr>
              <a:t>{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anose="020B0603020202020204" pitchFamily="34" charset="0"/>
                <a:cs typeface="Arial" pitchFamily="34" charset="0"/>
              </a:rPr>
              <a:t>	</a:t>
            </a:r>
            <a:r>
              <a:rPr lang="en-US" altLang="en-US" sz="1600" dirty="0" err="1">
                <a:latin typeface="Trebuchet MS" panose="020B0603020202020204" pitchFamily="34" charset="0"/>
                <a:cs typeface="Arial" pitchFamily="34" charset="0"/>
              </a:rPr>
              <a:t>printf</a:t>
            </a:r>
            <a:r>
              <a:rPr lang="en-US" altLang="en-US" sz="1600" dirty="0">
                <a:latin typeface="Trebuchet MS" panose="020B0603020202020204" pitchFamily="34" charset="0"/>
                <a:cs typeface="Arial" pitchFamily="34" charset="0"/>
              </a:rPr>
              <a:t>(</a:t>
            </a:r>
            <a:r>
              <a:rPr lang="en-US" altLang="en-US" sz="1600" dirty="0">
                <a:solidFill>
                  <a:srgbClr val="800000"/>
                </a:solidFill>
                <a:latin typeface="Trebuchet MS" panose="020B0603020202020204" pitchFamily="34" charset="0"/>
                <a:cs typeface="Arial" pitchFamily="34" charset="0"/>
              </a:rPr>
              <a:t>"=====================\n"</a:t>
            </a:r>
            <a:r>
              <a:rPr lang="en-US" altLang="en-US" sz="1600" dirty="0">
                <a:latin typeface="Trebuchet MS" panose="020B0603020202020204" pitchFamily="34" charset="0"/>
                <a:cs typeface="Arial" pitchFamily="34" charset="0"/>
              </a:rPr>
              <a:t>);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anose="020B0603020202020204" pitchFamily="34" charset="0"/>
                <a:cs typeface="Arial" pitchFamily="34" charset="0"/>
              </a:rPr>
              <a:t>	</a:t>
            </a:r>
            <a:r>
              <a:rPr lang="en-US" altLang="en-US" sz="1600" dirty="0" err="1">
                <a:latin typeface="Trebuchet MS" panose="020B0603020202020204" pitchFamily="34" charset="0"/>
                <a:cs typeface="Arial" pitchFamily="34" charset="0"/>
              </a:rPr>
              <a:t>printf</a:t>
            </a:r>
            <a:r>
              <a:rPr lang="en-US" altLang="en-US" sz="1600" dirty="0">
                <a:latin typeface="Trebuchet MS" panose="020B0603020202020204" pitchFamily="34" charset="0"/>
                <a:cs typeface="Arial" pitchFamily="34" charset="0"/>
              </a:rPr>
              <a:t>(</a:t>
            </a:r>
            <a:r>
              <a:rPr lang="en-US" altLang="en-US" sz="1600" dirty="0">
                <a:solidFill>
                  <a:srgbClr val="800000"/>
                </a:solidFill>
                <a:latin typeface="Trebuchet MS" panose="020B0603020202020204" pitchFamily="34" charset="0"/>
                <a:cs typeface="Arial" pitchFamily="34" charset="0"/>
              </a:rPr>
              <a:t>"0. </a:t>
            </a:r>
            <a:r>
              <a:rPr lang="en-US" altLang="en-US" sz="1600" dirty="0" err="1">
                <a:solidFill>
                  <a:srgbClr val="800000"/>
                </a:solidFill>
                <a:latin typeface="Trebuchet MS" panose="020B0603020202020204" pitchFamily="34" charset="0"/>
                <a:cs typeface="Arial" pitchFamily="34" charset="0"/>
              </a:rPr>
              <a:t>덧셈</a:t>
            </a:r>
            <a:r>
              <a:rPr lang="en-US" altLang="en-US" sz="1600" dirty="0">
                <a:solidFill>
                  <a:srgbClr val="800000"/>
                </a:solidFill>
                <a:latin typeface="Trebuchet MS" panose="020B0603020202020204" pitchFamily="34" charset="0"/>
                <a:cs typeface="Arial" pitchFamily="34" charset="0"/>
              </a:rPr>
              <a:t>\n"</a:t>
            </a:r>
            <a:r>
              <a:rPr lang="en-US" altLang="en-US" sz="1600" dirty="0">
                <a:latin typeface="Trebuchet MS" panose="020B0603020202020204" pitchFamily="34" charset="0"/>
                <a:cs typeface="Arial" pitchFamily="34" charset="0"/>
              </a:rPr>
              <a:t>);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anose="020B0603020202020204" pitchFamily="34" charset="0"/>
                <a:cs typeface="Arial" pitchFamily="34" charset="0"/>
              </a:rPr>
              <a:t>	</a:t>
            </a:r>
            <a:r>
              <a:rPr lang="en-US" altLang="en-US" sz="1600" dirty="0" err="1">
                <a:latin typeface="Trebuchet MS" panose="020B0603020202020204" pitchFamily="34" charset="0"/>
                <a:cs typeface="Arial" pitchFamily="34" charset="0"/>
              </a:rPr>
              <a:t>printf</a:t>
            </a:r>
            <a:r>
              <a:rPr lang="en-US" altLang="en-US" sz="1600" dirty="0">
                <a:latin typeface="Trebuchet MS" panose="020B0603020202020204" pitchFamily="34" charset="0"/>
                <a:cs typeface="Arial" pitchFamily="34" charset="0"/>
              </a:rPr>
              <a:t>(</a:t>
            </a:r>
            <a:r>
              <a:rPr lang="en-US" altLang="en-US" sz="1600" dirty="0">
                <a:solidFill>
                  <a:srgbClr val="800000"/>
                </a:solidFill>
                <a:latin typeface="Trebuchet MS" panose="020B0603020202020204" pitchFamily="34" charset="0"/>
                <a:cs typeface="Arial" pitchFamily="34" charset="0"/>
              </a:rPr>
              <a:t>"1. </a:t>
            </a:r>
            <a:r>
              <a:rPr lang="en-US" altLang="en-US" sz="1600" dirty="0" err="1">
                <a:solidFill>
                  <a:srgbClr val="800000"/>
                </a:solidFill>
                <a:latin typeface="Trebuchet MS" panose="020B0603020202020204" pitchFamily="34" charset="0"/>
                <a:cs typeface="Arial" pitchFamily="34" charset="0"/>
              </a:rPr>
              <a:t>뺄셈</a:t>
            </a:r>
            <a:r>
              <a:rPr lang="en-US" altLang="en-US" sz="1600" dirty="0">
                <a:solidFill>
                  <a:srgbClr val="800000"/>
                </a:solidFill>
                <a:latin typeface="Trebuchet MS" panose="020B0603020202020204" pitchFamily="34" charset="0"/>
                <a:cs typeface="Arial" pitchFamily="34" charset="0"/>
              </a:rPr>
              <a:t>\n"</a:t>
            </a:r>
            <a:r>
              <a:rPr lang="en-US" altLang="en-US" sz="1600" dirty="0">
                <a:latin typeface="Trebuchet MS" panose="020B0603020202020204" pitchFamily="34" charset="0"/>
                <a:cs typeface="Arial" pitchFamily="34" charset="0"/>
              </a:rPr>
              <a:t>);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anose="020B0603020202020204" pitchFamily="34" charset="0"/>
                <a:cs typeface="Arial" pitchFamily="34" charset="0"/>
              </a:rPr>
              <a:t>	</a:t>
            </a:r>
            <a:r>
              <a:rPr lang="en-US" altLang="en-US" sz="1600" dirty="0" err="1">
                <a:latin typeface="Trebuchet MS" panose="020B0603020202020204" pitchFamily="34" charset="0"/>
                <a:cs typeface="Arial" pitchFamily="34" charset="0"/>
              </a:rPr>
              <a:t>printf</a:t>
            </a:r>
            <a:r>
              <a:rPr lang="en-US" altLang="en-US" sz="1600" dirty="0">
                <a:latin typeface="Trebuchet MS" panose="020B0603020202020204" pitchFamily="34" charset="0"/>
                <a:cs typeface="Arial" pitchFamily="34" charset="0"/>
              </a:rPr>
              <a:t>(</a:t>
            </a:r>
            <a:r>
              <a:rPr lang="en-US" altLang="en-US" sz="1600" dirty="0">
                <a:solidFill>
                  <a:srgbClr val="800000"/>
                </a:solidFill>
                <a:latin typeface="Trebuchet MS" panose="020B0603020202020204" pitchFamily="34" charset="0"/>
                <a:cs typeface="Arial" pitchFamily="34" charset="0"/>
              </a:rPr>
              <a:t>"2. </a:t>
            </a:r>
            <a:r>
              <a:rPr lang="en-US" altLang="en-US" sz="1600" dirty="0" err="1">
                <a:solidFill>
                  <a:srgbClr val="800000"/>
                </a:solidFill>
                <a:latin typeface="Trebuchet MS" panose="020B0603020202020204" pitchFamily="34" charset="0"/>
                <a:cs typeface="Arial" pitchFamily="34" charset="0"/>
              </a:rPr>
              <a:t>곱셈</a:t>
            </a:r>
            <a:r>
              <a:rPr lang="en-US" altLang="en-US" sz="1600" dirty="0">
                <a:solidFill>
                  <a:srgbClr val="800000"/>
                </a:solidFill>
                <a:latin typeface="Trebuchet MS" panose="020B0603020202020204" pitchFamily="34" charset="0"/>
                <a:cs typeface="Arial" pitchFamily="34" charset="0"/>
              </a:rPr>
              <a:t>\n"</a:t>
            </a:r>
            <a:r>
              <a:rPr lang="en-US" altLang="en-US" sz="1600" dirty="0">
                <a:latin typeface="Trebuchet MS" panose="020B0603020202020204" pitchFamily="34" charset="0"/>
                <a:cs typeface="Arial" pitchFamily="34" charset="0"/>
              </a:rPr>
              <a:t>);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anose="020B0603020202020204" pitchFamily="34" charset="0"/>
                <a:cs typeface="Arial" pitchFamily="34" charset="0"/>
              </a:rPr>
              <a:t>	</a:t>
            </a:r>
            <a:r>
              <a:rPr lang="en-US" altLang="en-US" sz="1600" dirty="0" err="1">
                <a:latin typeface="Trebuchet MS" panose="020B0603020202020204" pitchFamily="34" charset="0"/>
                <a:cs typeface="Arial" pitchFamily="34" charset="0"/>
              </a:rPr>
              <a:t>printf</a:t>
            </a:r>
            <a:r>
              <a:rPr lang="en-US" altLang="en-US" sz="1600" dirty="0">
                <a:latin typeface="Trebuchet MS" panose="020B0603020202020204" pitchFamily="34" charset="0"/>
                <a:cs typeface="Arial" pitchFamily="34" charset="0"/>
              </a:rPr>
              <a:t>(</a:t>
            </a:r>
            <a:r>
              <a:rPr lang="en-US" altLang="en-US" sz="1600" dirty="0">
                <a:solidFill>
                  <a:srgbClr val="800000"/>
                </a:solidFill>
                <a:latin typeface="Trebuchet MS" panose="020B0603020202020204" pitchFamily="34" charset="0"/>
                <a:cs typeface="Arial" pitchFamily="34" charset="0"/>
              </a:rPr>
              <a:t>"3. </a:t>
            </a:r>
            <a:r>
              <a:rPr lang="en-US" altLang="en-US" sz="1600" dirty="0" err="1">
                <a:solidFill>
                  <a:srgbClr val="800000"/>
                </a:solidFill>
                <a:latin typeface="Trebuchet MS" panose="020B0603020202020204" pitchFamily="34" charset="0"/>
                <a:cs typeface="Arial" pitchFamily="34" charset="0"/>
              </a:rPr>
              <a:t>나눗셈</a:t>
            </a:r>
            <a:r>
              <a:rPr lang="en-US" altLang="en-US" sz="1600" dirty="0">
                <a:solidFill>
                  <a:srgbClr val="800000"/>
                </a:solidFill>
                <a:latin typeface="Trebuchet MS" panose="020B0603020202020204" pitchFamily="34" charset="0"/>
                <a:cs typeface="Arial" pitchFamily="34" charset="0"/>
              </a:rPr>
              <a:t>\n"</a:t>
            </a:r>
            <a:r>
              <a:rPr lang="en-US" altLang="en-US" sz="1600" dirty="0">
                <a:latin typeface="Trebuchet MS" panose="020B0603020202020204" pitchFamily="34" charset="0"/>
                <a:cs typeface="Arial" pitchFamily="34" charset="0"/>
              </a:rPr>
              <a:t>);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anose="020B0603020202020204" pitchFamily="34" charset="0"/>
                <a:cs typeface="Arial" pitchFamily="34" charset="0"/>
              </a:rPr>
              <a:t>	</a:t>
            </a:r>
            <a:r>
              <a:rPr lang="en-US" altLang="en-US" sz="1600" dirty="0" err="1">
                <a:latin typeface="Trebuchet MS" panose="020B0603020202020204" pitchFamily="34" charset="0"/>
                <a:cs typeface="Arial" pitchFamily="34" charset="0"/>
              </a:rPr>
              <a:t>printf</a:t>
            </a:r>
            <a:r>
              <a:rPr lang="en-US" altLang="en-US" sz="1600" dirty="0">
                <a:latin typeface="Trebuchet MS" panose="020B0603020202020204" pitchFamily="34" charset="0"/>
                <a:cs typeface="Arial" pitchFamily="34" charset="0"/>
              </a:rPr>
              <a:t>(</a:t>
            </a:r>
            <a:r>
              <a:rPr lang="en-US" altLang="en-US" sz="1600" dirty="0">
                <a:solidFill>
                  <a:srgbClr val="800000"/>
                </a:solidFill>
                <a:latin typeface="Trebuchet MS" panose="020B0603020202020204" pitchFamily="34" charset="0"/>
                <a:cs typeface="Arial" pitchFamily="34" charset="0"/>
              </a:rPr>
              <a:t>"4. </a:t>
            </a:r>
            <a:r>
              <a:rPr lang="en-US" altLang="en-US" sz="1600" dirty="0" err="1">
                <a:solidFill>
                  <a:srgbClr val="800000"/>
                </a:solidFill>
                <a:latin typeface="Trebuchet MS" panose="020B0603020202020204" pitchFamily="34" charset="0"/>
                <a:cs typeface="Arial" pitchFamily="34" charset="0"/>
              </a:rPr>
              <a:t>종료</a:t>
            </a:r>
            <a:r>
              <a:rPr lang="en-US" altLang="en-US" sz="1600" dirty="0">
                <a:solidFill>
                  <a:srgbClr val="800000"/>
                </a:solidFill>
                <a:latin typeface="Trebuchet MS" panose="020B0603020202020204" pitchFamily="34" charset="0"/>
                <a:cs typeface="Arial" pitchFamily="34" charset="0"/>
              </a:rPr>
              <a:t>\n"</a:t>
            </a:r>
            <a:r>
              <a:rPr lang="en-US" altLang="en-US" sz="1600" dirty="0">
                <a:latin typeface="Trebuchet MS" panose="020B0603020202020204" pitchFamily="34" charset="0"/>
                <a:cs typeface="Arial" pitchFamily="34" charset="0"/>
              </a:rPr>
              <a:t>);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anose="020B0603020202020204" pitchFamily="34" charset="0"/>
                <a:cs typeface="Arial" pitchFamily="34" charset="0"/>
              </a:rPr>
              <a:t>	</a:t>
            </a:r>
            <a:r>
              <a:rPr lang="en-US" altLang="en-US" sz="1600" dirty="0" err="1">
                <a:latin typeface="Trebuchet MS" panose="020B0603020202020204" pitchFamily="34" charset="0"/>
                <a:cs typeface="Arial" pitchFamily="34" charset="0"/>
              </a:rPr>
              <a:t>printf</a:t>
            </a:r>
            <a:r>
              <a:rPr lang="en-US" altLang="en-US" sz="1600" dirty="0">
                <a:latin typeface="Trebuchet MS" panose="020B0603020202020204" pitchFamily="34" charset="0"/>
                <a:cs typeface="Arial" pitchFamily="34" charset="0"/>
              </a:rPr>
              <a:t>(</a:t>
            </a:r>
            <a:r>
              <a:rPr lang="en-US" altLang="en-US" sz="1600" dirty="0">
                <a:solidFill>
                  <a:srgbClr val="800000"/>
                </a:solidFill>
                <a:latin typeface="Trebuchet MS" panose="020B0603020202020204" pitchFamily="34" charset="0"/>
                <a:cs typeface="Arial" pitchFamily="34" charset="0"/>
              </a:rPr>
              <a:t>"=====================\n"</a:t>
            </a:r>
            <a:r>
              <a:rPr lang="en-US" altLang="en-US" sz="1600" dirty="0">
                <a:latin typeface="Trebuchet MS" panose="020B0603020202020204" pitchFamily="34" charset="0"/>
                <a:cs typeface="Arial" pitchFamily="34" charset="0"/>
              </a:rPr>
              <a:t>);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anose="020B0603020202020204" pitchFamily="34" charset="0"/>
                <a:cs typeface="Arial" pitchFamily="34" charset="0"/>
              </a:rPr>
              <a:t>}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endParaRPr lang="en-US" altLang="en-US" sz="1600" dirty="0">
              <a:latin typeface="Trebuchet MS" panose="020B0603020202020204" pitchFamily="34" charset="0"/>
              <a:cs typeface="Arial" pitchFamily="34" charset="0"/>
            </a:endParaRPr>
          </a:p>
        </p:txBody>
      </p:sp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0" y="30257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15365" name="Rectangle 5"/>
          <p:cNvSpPr>
            <a:spLocks noChangeArrowheads="1"/>
          </p:cNvSpPr>
          <p:nvPr/>
        </p:nvSpPr>
        <p:spPr bwMode="auto">
          <a:xfrm>
            <a:off x="0" y="31273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15366" name="Rectangle 6"/>
          <p:cNvSpPr>
            <a:spLocks noChangeArrowheads="1"/>
          </p:cNvSpPr>
          <p:nvPr/>
        </p:nvSpPr>
        <p:spPr bwMode="auto">
          <a:xfrm>
            <a:off x="0" y="30908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15367" name="Rectangle 7"/>
          <p:cNvSpPr>
            <a:spLocks noChangeArrowheads="1"/>
          </p:cNvSpPr>
          <p:nvPr/>
        </p:nvSpPr>
        <p:spPr bwMode="auto">
          <a:xfrm>
            <a:off x="0" y="28225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15368" name="Rectangle 8"/>
          <p:cNvSpPr>
            <a:spLocks noChangeArrowheads="1"/>
          </p:cNvSpPr>
          <p:nvPr/>
        </p:nvSpPr>
        <p:spPr bwMode="auto">
          <a:xfrm>
            <a:off x="0" y="31337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Lab 5: </a:t>
            </a:r>
            <a:r>
              <a:rPr lang="ko-KR" altLang="en-US" dirty="0" err="1"/>
              <a:t>함수포인터</a:t>
            </a:r>
            <a:r>
              <a:rPr lang="ko-KR" altLang="en-US" dirty="0"/>
              <a:t> 배열</a:t>
            </a:r>
            <a:endParaRPr lang="en-US" altLang="ko-KR" dirty="0"/>
          </a:p>
        </p:txBody>
      </p:sp>
      <p:sp>
        <p:nvSpPr>
          <p:cNvPr id="168963" name="Rectangle 3"/>
          <p:cNvSpPr>
            <a:spLocks noChangeArrowheads="1"/>
          </p:cNvSpPr>
          <p:nvPr/>
        </p:nvSpPr>
        <p:spPr bwMode="auto">
          <a:xfrm>
            <a:off x="952936" y="1556792"/>
            <a:ext cx="7777162" cy="5112568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>
                      <a:alpha val="50000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200" dirty="0" err="1">
                <a:solidFill>
                  <a:srgbClr val="0000FF"/>
                </a:solidFill>
                <a:latin typeface="Trebuchet MS" panose="020B0603020202020204" pitchFamily="34" charset="0"/>
              </a:rPr>
              <a:t>int</a:t>
            </a:r>
            <a:r>
              <a:rPr lang="en-US" altLang="en-US" sz="1200" dirty="0">
                <a:latin typeface="Trebuchet MS" panose="020B0603020202020204" pitchFamily="34" charset="0"/>
              </a:rPr>
              <a:t> main(</a:t>
            </a:r>
            <a:r>
              <a:rPr lang="en-US" altLang="en-US" sz="1200" dirty="0">
                <a:solidFill>
                  <a:srgbClr val="0000FF"/>
                </a:solidFill>
                <a:latin typeface="Trebuchet MS" panose="020B0603020202020204" pitchFamily="34" charset="0"/>
              </a:rPr>
              <a:t>void</a:t>
            </a:r>
            <a:r>
              <a:rPr lang="en-US" altLang="en-US" sz="1200" dirty="0">
                <a:latin typeface="Trebuchet MS" panose="020B0603020202020204" pitchFamily="34" charset="0"/>
              </a:rPr>
              <a:t>)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200" dirty="0">
                <a:latin typeface="Trebuchet MS" panose="020B0603020202020204" pitchFamily="34" charset="0"/>
              </a:rPr>
              <a:t>{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200" dirty="0">
                <a:latin typeface="Trebuchet MS" panose="020B0603020202020204" pitchFamily="34" charset="0"/>
              </a:rPr>
              <a:t>	</a:t>
            </a:r>
            <a:r>
              <a:rPr lang="en-US" altLang="en-US" sz="1200" dirty="0" err="1">
                <a:solidFill>
                  <a:srgbClr val="0000FF"/>
                </a:solidFill>
                <a:latin typeface="Trebuchet MS" panose="020B0603020202020204" pitchFamily="34" charset="0"/>
              </a:rPr>
              <a:t>int</a:t>
            </a:r>
            <a:r>
              <a:rPr lang="en-US" altLang="en-US" sz="1200" dirty="0">
                <a:latin typeface="Trebuchet MS" panose="020B0603020202020204" pitchFamily="34" charset="0"/>
              </a:rPr>
              <a:t> choice, result, x, y;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200" dirty="0">
                <a:latin typeface="Trebuchet MS" panose="020B0603020202020204" pitchFamily="34" charset="0"/>
              </a:rPr>
              <a:t>	</a:t>
            </a:r>
            <a:r>
              <a:rPr lang="en-US" altLang="en-US" sz="1200" dirty="0">
                <a:solidFill>
                  <a:srgbClr val="008000"/>
                </a:solidFill>
                <a:latin typeface="Trebuchet MS" panose="020B0603020202020204" pitchFamily="34" charset="0"/>
              </a:rPr>
              <a:t>// </a:t>
            </a:r>
            <a:r>
              <a:rPr lang="en-US" altLang="en-US" sz="1200" dirty="0" err="1">
                <a:solidFill>
                  <a:srgbClr val="008000"/>
                </a:solidFill>
                <a:latin typeface="Trebuchet MS" panose="020B0603020202020204" pitchFamily="34" charset="0"/>
                <a:ea typeface="새굴림" pitchFamily="18" charset="-127"/>
              </a:rPr>
              <a:t>함수</a:t>
            </a:r>
            <a:r>
              <a:rPr lang="en-US" altLang="en-US" sz="1200" dirty="0">
                <a:solidFill>
                  <a:srgbClr val="008000"/>
                </a:solidFill>
                <a:latin typeface="Trebuchet MS" panose="020B0603020202020204" pitchFamily="34" charset="0"/>
              </a:rPr>
              <a:t> </a:t>
            </a:r>
            <a:r>
              <a:rPr lang="en-US" altLang="en-US" sz="1200" dirty="0" err="1">
                <a:solidFill>
                  <a:srgbClr val="008000"/>
                </a:solidFill>
                <a:latin typeface="Trebuchet MS" panose="020B0603020202020204" pitchFamily="34" charset="0"/>
                <a:ea typeface="새굴림" pitchFamily="18" charset="-127"/>
              </a:rPr>
              <a:t>포인터</a:t>
            </a:r>
            <a:r>
              <a:rPr lang="en-US" altLang="en-US" sz="1200" dirty="0">
                <a:solidFill>
                  <a:srgbClr val="008000"/>
                </a:solidFill>
                <a:latin typeface="Trebuchet MS" panose="020B0603020202020204" pitchFamily="34" charset="0"/>
              </a:rPr>
              <a:t> </a:t>
            </a:r>
            <a:r>
              <a:rPr lang="en-US" altLang="en-US" sz="1200" dirty="0" err="1">
                <a:solidFill>
                  <a:srgbClr val="008000"/>
                </a:solidFill>
                <a:latin typeface="Trebuchet MS" panose="020B0603020202020204" pitchFamily="34" charset="0"/>
                <a:ea typeface="새굴림" pitchFamily="18" charset="-127"/>
              </a:rPr>
              <a:t>배열을</a:t>
            </a:r>
            <a:r>
              <a:rPr lang="en-US" altLang="en-US" sz="1200" dirty="0">
                <a:solidFill>
                  <a:srgbClr val="008000"/>
                </a:solidFill>
                <a:latin typeface="Trebuchet MS" panose="020B0603020202020204" pitchFamily="34" charset="0"/>
              </a:rPr>
              <a:t> </a:t>
            </a:r>
            <a:r>
              <a:rPr lang="en-US" altLang="en-US" sz="1200" dirty="0" err="1">
                <a:solidFill>
                  <a:srgbClr val="008000"/>
                </a:solidFill>
                <a:latin typeface="Trebuchet MS" panose="020B0603020202020204" pitchFamily="34" charset="0"/>
                <a:ea typeface="새굴림" pitchFamily="18" charset="-127"/>
              </a:rPr>
              <a:t>선언하고</a:t>
            </a:r>
            <a:r>
              <a:rPr lang="en-US" altLang="en-US" sz="1200" dirty="0">
                <a:solidFill>
                  <a:srgbClr val="008000"/>
                </a:solidFill>
                <a:latin typeface="Trebuchet MS" panose="020B0603020202020204" pitchFamily="34" charset="0"/>
              </a:rPr>
              <a:t> </a:t>
            </a:r>
            <a:r>
              <a:rPr lang="en-US" altLang="en-US" sz="1200" dirty="0" err="1">
                <a:solidFill>
                  <a:srgbClr val="008000"/>
                </a:solidFill>
                <a:latin typeface="Trebuchet MS" panose="020B0603020202020204" pitchFamily="34" charset="0"/>
                <a:ea typeface="새굴림" pitchFamily="18" charset="-127"/>
              </a:rPr>
              <a:t>초기화한다</a:t>
            </a:r>
            <a:r>
              <a:rPr lang="en-US" altLang="en-US" sz="1200" dirty="0">
                <a:solidFill>
                  <a:srgbClr val="008000"/>
                </a:solidFill>
                <a:latin typeface="Trebuchet MS" panose="020B0603020202020204" pitchFamily="34" charset="0"/>
              </a:rPr>
              <a:t>.</a:t>
            </a:r>
            <a:endParaRPr lang="en-US" altLang="en-US" sz="1200" dirty="0">
              <a:latin typeface="Trebuchet MS" panose="020B0603020202020204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200" dirty="0">
                <a:latin typeface="Trebuchet MS" panose="020B0603020202020204" pitchFamily="34" charset="0"/>
              </a:rPr>
              <a:t>	</a:t>
            </a:r>
            <a:r>
              <a:rPr lang="en-US" altLang="en-US" sz="1200" dirty="0" err="1">
                <a:solidFill>
                  <a:srgbClr val="0000FF"/>
                </a:solidFill>
                <a:latin typeface="Trebuchet MS" panose="020B0603020202020204" pitchFamily="34" charset="0"/>
              </a:rPr>
              <a:t>int</a:t>
            </a:r>
            <a:r>
              <a:rPr lang="en-US" altLang="en-US" sz="1200" dirty="0">
                <a:latin typeface="Trebuchet MS" panose="020B0603020202020204" pitchFamily="34" charset="0"/>
              </a:rPr>
              <a:t> (*</a:t>
            </a:r>
            <a:r>
              <a:rPr lang="en-US" altLang="en-US" sz="1200" dirty="0" err="1">
                <a:latin typeface="Trebuchet MS" panose="020B0603020202020204" pitchFamily="34" charset="0"/>
              </a:rPr>
              <a:t>pf</a:t>
            </a:r>
            <a:r>
              <a:rPr lang="en-US" altLang="en-US" sz="1200" dirty="0">
                <a:latin typeface="Trebuchet MS" panose="020B0603020202020204" pitchFamily="34" charset="0"/>
              </a:rPr>
              <a:t>[4])(</a:t>
            </a:r>
            <a:r>
              <a:rPr lang="en-US" altLang="en-US" sz="1200" dirty="0" err="1">
                <a:solidFill>
                  <a:srgbClr val="0000FF"/>
                </a:solidFill>
                <a:latin typeface="Trebuchet MS" panose="020B0603020202020204" pitchFamily="34" charset="0"/>
              </a:rPr>
              <a:t>int</a:t>
            </a:r>
            <a:r>
              <a:rPr lang="en-US" altLang="en-US" sz="1200" dirty="0">
                <a:latin typeface="Trebuchet MS" panose="020B0603020202020204" pitchFamily="34" charset="0"/>
              </a:rPr>
              <a:t>, </a:t>
            </a:r>
            <a:r>
              <a:rPr lang="en-US" altLang="en-US" sz="1200" dirty="0" err="1">
                <a:solidFill>
                  <a:srgbClr val="0000FF"/>
                </a:solidFill>
                <a:latin typeface="Trebuchet MS" panose="020B0603020202020204" pitchFamily="34" charset="0"/>
              </a:rPr>
              <a:t>int</a:t>
            </a:r>
            <a:r>
              <a:rPr lang="en-US" altLang="en-US" sz="1200" dirty="0">
                <a:latin typeface="Trebuchet MS" panose="020B0603020202020204" pitchFamily="34" charset="0"/>
              </a:rPr>
              <a:t>) = { add, sub, </a:t>
            </a:r>
            <a:r>
              <a:rPr lang="en-US" altLang="en-US" sz="1200" dirty="0" err="1">
                <a:latin typeface="Trebuchet MS" panose="020B0603020202020204" pitchFamily="34" charset="0"/>
              </a:rPr>
              <a:t>mul</a:t>
            </a:r>
            <a:r>
              <a:rPr lang="en-US" altLang="en-US" sz="1200" dirty="0">
                <a:latin typeface="Trebuchet MS" panose="020B0603020202020204" pitchFamily="34" charset="0"/>
              </a:rPr>
              <a:t>, div };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endParaRPr lang="en-US" altLang="en-US" sz="1200" dirty="0">
              <a:latin typeface="Trebuchet MS" panose="020B0603020202020204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200" dirty="0">
                <a:latin typeface="Trebuchet MS" panose="020B0603020202020204" pitchFamily="34" charset="0"/>
              </a:rPr>
              <a:t>	</a:t>
            </a:r>
            <a:r>
              <a:rPr lang="en-US" altLang="en-US" sz="1200" dirty="0">
                <a:solidFill>
                  <a:srgbClr val="0000FF"/>
                </a:solidFill>
                <a:latin typeface="Trebuchet MS" panose="020B0603020202020204" pitchFamily="34" charset="0"/>
              </a:rPr>
              <a:t>while</a:t>
            </a:r>
            <a:r>
              <a:rPr lang="en-US" altLang="en-US" sz="1200" dirty="0">
                <a:latin typeface="Trebuchet MS" panose="020B0603020202020204" pitchFamily="34" charset="0"/>
              </a:rPr>
              <a:t>(1) 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200" dirty="0">
                <a:latin typeface="Trebuchet MS" panose="020B0603020202020204" pitchFamily="34" charset="0"/>
              </a:rPr>
              <a:t>	{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200" dirty="0">
                <a:latin typeface="Trebuchet MS" panose="020B0603020202020204" pitchFamily="34" charset="0"/>
              </a:rPr>
              <a:t>		menu();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200" dirty="0">
                <a:latin typeface="Trebuchet MS" panose="020B0603020202020204" pitchFamily="34" charset="0"/>
              </a:rPr>
              <a:t>		</a:t>
            </a:r>
            <a:r>
              <a:rPr lang="en-US" altLang="en-US" sz="1200" dirty="0" err="1">
                <a:latin typeface="Trebuchet MS" panose="020B0603020202020204" pitchFamily="34" charset="0"/>
              </a:rPr>
              <a:t>printf</a:t>
            </a:r>
            <a:r>
              <a:rPr lang="en-US" altLang="en-US" sz="1200" dirty="0">
                <a:latin typeface="Trebuchet MS" panose="020B0603020202020204" pitchFamily="34" charset="0"/>
              </a:rPr>
              <a:t>(</a:t>
            </a:r>
            <a:r>
              <a:rPr lang="en-US" altLang="en-US" sz="1200" dirty="0">
                <a:solidFill>
                  <a:srgbClr val="800000"/>
                </a:solidFill>
                <a:latin typeface="Trebuchet MS" panose="020B0603020202020204" pitchFamily="34" charset="0"/>
              </a:rPr>
              <a:t>"</a:t>
            </a:r>
            <a:r>
              <a:rPr lang="en-US" altLang="en-US" sz="1200" dirty="0" err="1">
                <a:solidFill>
                  <a:srgbClr val="800000"/>
                </a:solidFill>
                <a:latin typeface="Trebuchet MS" panose="020B0603020202020204" pitchFamily="34" charset="0"/>
              </a:rPr>
              <a:t>메뉴를</a:t>
            </a:r>
            <a:r>
              <a:rPr lang="en-US" altLang="en-US" sz="1200" dirty="0">
                <a:solidFill>
                  <a:srgbClr val="800000"/>
                </a:solidFill>
                <a:latin typeface="Trebuchet MS" panose="020B0603020202020204" pitchFamily="34" charset="0"/>
              </a:rPr>
              <a:t> </a:t>
            </a:r>
            <a:r>
              <a:rPr lang="en-US" altLang="en-US" sz="1200" dirty="0" err="1">
                <a:solidFill>
                  <a:srgbClr val="800000"/>
                </a:solidFill>
                <a:latin typeface="Trebuchet MS" panose="020B0603020202020204" pitchFamily="34" charset="0"/>
              </a:rPr>
              <a:t>선택하시오</a:t>
            </a:r>
            <a:r>
              <a:rPr lang="en-US" altLang="en-US" sz="1200" dirty="0">
                <a:solidFill>
                  <a:srgbClr val="800000"/>
                </a:solidFill>
                <a:latin typeface="Trebuchet MS" panose="020B0603020202020204" pitchFamily="34" charset="0"/>
              </a:rPr>
              <a:t>:"</a:t>
            </a:r>
            <a:r>
              <a:rPr lang="en-US" altLang="en-US" sz="1200" dirty="0">
                <a:latin typeface="Trebuchet MS" panose="020B0603020202020204" pitchFamily="34" charset="0"/>
              </a:rPr>
              <a:t>);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200" dirty="0">
                <a:latin typeface="Trebuchet MS" panose="020B0603020202020204" pitchFamily="34" charset="0"/>
              </a:rPr>
              <a:t>		</a:t>
            </a:r>
            <a:r>
              <a:rPr lang="en-US" altLang="en-US" sz="1200" dirty="0" err="1">
                <a:latin typeface="Trebuchet MS" panose="020B0603020202020204" pitchFamily="34" charset="0"/>
              </a:rPr>
              <a:t>scanf</a:t>
            </a:r>
            <a:r>
              <a:rPr lang="en-US" altLang="en-US" sz="1200" dirty="0">
                <a:latin typeface="Trebuchet MS" panose="020B0603020202020204" pitchFamily="34" charset="0"/>
              </a:rPr>
              <a:t>(</a:t>
            </a:r>
            <a:r>
              <a:rPr lang="en-US" altLang="en-US" sz="1200" dirty="0">
                <a:solidFill>
                  <a:srgbClr val="800000"/>
                </a:solidFill>
                <a:latin typeface="Trebuchet MS" panose="020B0603020202020204" pitchFamily="34" charset="0"/>
              </a:rPr>
              <a:t>"%d"</a:t>
            </a:r>
            <a:r>
              <a:rPr lang="en-US" altLang="en-US" sz="1200" dirty="0">
                <a:latin typeface="Trebuchet MS" panose="020B0603020202020204" pitchFamily="34" charset="0"/>
              </a:rPr>
              <a:t>, &amp;choice);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endParaRPr lang="en-US" altLang="en-US" sz="1200" dirty="0">
              <a:latin typeface="Trebuchet MS" panose="020B0603020202020204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200" dirty="0">
                <a:latin typeface="Trebuchet MS" panose="020B0603020202020204" pitchFamily="34" charset="0"/>
              </a:rPr>
              <a:t>		</a:t>
            </a:r>
            <a:r>
              <a:rPr lang="en-US" altLang="en-US" sz="1200" dirty="0">
                <a:solidFill>
                  <a:srgbClr val="0000FF"/>
                </a:solidFill>
                <a:latin typeface="Trebuchet MS" panose="020B0603020202020204" pitchFamily="34" charset="0"/>
              </a:rPr>
              <a:t>if</a:t>
            </a:r>
            <a:r>
              <a:rPr lang="en-US" altLang="en-US" sz="1200" dirty="0">
                <a:latin typeface="Trebuchet MS" panose="020B0603020202020204" pitchFamily="34" charset="0"/>
              </a:rPr>
              <a:t>( choice &lt; 0 || choice &gt;=4 )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200" dirty="0">
                <a:latin typeface="Trebuchet MS" panose="020B0603020202020204" pitchFamily="34" charset="0"/>
              </a:rPr>
              <a:t>			</a:t>
            </a:r>
            <a:r>
              <a:rPr lang="en-US" altLang="en-US" sz="1200" dirty="0">
                <a:solidFill>
                  <a:srgbClr val="0000FF"/>
                </a:solidFill>
                <a:latin typeface="Trebuchet MS" panose="020B0603020202020204" pitchFamily="34" charset="0"/>
              </a:rPr>
              <a:t>break</a:t>
            </a:r>
            <a:r>
              <a:rPr lang="en-US" altLang="en-US" sz="1200" dirty="0">
                <a:solidFill>
                  <a:srgbClr val="282828"/>
                </a:solidFill>
                <a:latin typeface="Trebuchet MS" panose="020B0603020202020204" pitchFamily="34" charset="0"/>
              </a:rPr>
              <a:t>;</a:t>
            </a:r>
            <a:endParaRPr lang="en-US" altLang="en-US" sz="1200" dirty="0">
              <a:latin typeface="Trebuchet MS" panose="020B0603020202020204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200" dirty="0">
                <a:latin typeface="Trebuchet MS" panose="020B0603020202020204" pitchFamily="34" charset="0"/>
              </a:rPr>
              <a:t>		</a:t>
            </a:r>
            <a:r>
              <a:rPr lang="en-US" altLang="en-US" sz="1200" dirty="0" err="1">
                <a:latin typeface="Trebuchet MS" panose="020B0603020202020204" pitchFamily="34" charset="0"/>
              </a:rPr>
              <a:t>printf</a:t>
            </a:r>
            <a:r>
              <a:rPr lang="en-US" altLang="en-US" sz="1200" dirty="0">
                <a:latin typeface="Trebuchet MS" panose="020B0603020202020204" pitchFamily="34" charset="0"/>
              </a:rPr>
              <a:t>(</a:t>
            </a:r>
            <a:r>
              <a:rPr lang="en-US" altLang="en-US" sz="1200" dirty="0">
                <a:solidFill>
                  <a:srgbClr val="800000"/>
                </a:solidFill>
                <a:latin typeface="Trebuchet MS" panose="020B0603020202020204" pitchFamily="34" charset="0"/>
              </a:rPr>
              <a:t>"2개의 </a:t>
            </a:r>
            <a:r>
              <a:rPr lang="en-US" altLang="en-US" sz="1200" dirty="0" err="1">
                <a:solidFill>
                  <a:srgbClr val="800000"/>
                </a:solidFill>
                <a:latin typeface="Trebuchet MS" panose="020B0603020202020204" pitchFamily="34" charset="0"/>
              </a:rPr>
              <a:t>정수를</a:t>
            </a:r>
            <a:r>
              <a:rPr lang="en-US" altLang="en-US" sz="1200" dirty="0">
                <a:solidFill>
                  <a:srgbClr val="800000"/>
                </a:solidFill>
                <a:latin typeface="Trebuchet MS" panose="020B0603020202020204" pitchFamily="34" charset="0"/>
              </a:rPr>
              <a:t> </a:t>
            </a:r>
            <a:r>
              <a:rPr lang="en-US" altLang="en-US" sz="1200" dirty="0" err="1">
                <a:solidFill>
                  <a:srgbClr val="800000"/>
                </a:solidFill>
                <a:latin typeface="Trebuchet MS" panose="020B0603020202020204" pitchFamily="34" charset="0"/>
              </a:rPr>
              <a:t>입력하시오</a:t>
            </a:r>
            <a:r>
              <a:rPr lang="en-US" altLang="en-US" sz="1200" dirty="0">
                <a:solidFill>
                  <a:srgbClr val="800000"/>
                </a:solidFill>
                <a:latin typeface="Trebuchet MS" panose="020B0603020202020204" pitchFamily="34" charset="0"/>
              </a:rPr>
              <a:t>:"</a:t>
            </a:r>
            <a:r>
              <a:rPr lang="en-US" altLang="en-US" sz="1200" dirty="0">
                <a:latin typeface="Trebuchet MS" panose="020B0603020202020204" pitchFamily="34" charset="0"/>
              </a:rPr>
              <a:t>);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200" dirty="0">
                <a:latin typeface="Trebuchet MS" panose="020B0603020202020204" pitchFamily="34" charset="0"/>
              </a:rPr>
              <a:t>		</a:t>
            </a:r>
            <a:r>
              <a:rPr lang="en-US" altLang="en-US" sz="1200" dirty="0" err="1">
                <a:latin typeface="Trebuchet MS" panose="020B0603020202020204" pitchFamily="34" charset="0"/>
              </a:rPr>
              <a:t>scanf</a:t>
            </a:r>
            <a:r>
              <a:rPr lang="en-US" altLang="en-US" sz="1200" dirty="0">
                <a:latin typeface="Trebuchet MS" panose="020B0603020202020204" pitchFamily="34" charset="0"/>
              </a:rPr>
              <a:t>(</a:t>
            </a:r>
            <a:r>
              <a:rPr lang="en-US" altLang="en-US" sz="1200" dirty="0">
                <a:solidFill>
                  <a:srgbClr val="800000"/>
                </a:solidFill>
                <a:latin typeface="Trebuchet MS" panose="020B0603020202020204" pitchFamily="34" charset="0"/>
              </a:rPr>
              <a:t>"%d %d"</a:t>
            </a:r>
            <a:r>
              <a:rPr lang="en-US" altLang="en-US" sz="1200" dirty="0">
                <a:latin typeface="Trebuchet MS" panose="020B0603020202020204" pitchFamily="34" charset="0"/>
              </a:rPr>
              <a:t>, &amp;x, &amp;y);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endParaRPr lang="en-US" altLang="en-US" sz="1200" dirty="0">
              <a:latin typeface="Trebuchet MS" panose="020B0603020202020204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200" dirty="0">
                <a:latin typeface="Trebuchet MS" panose="020B0603020202020204" pitchFamily="34" charset="0"/>
              </a:rPr>
              <a:t>		result = </a:t>
            </a:r>
            <a:r>
              <a:rPr lang="en-US" altLang="en-US" sz="1200" dirty="0" err="1">
                <a:latin typeface="Trebuchet MS" panose="020B0603020202020204" pitchFamily="34" charset="0"/>
              </a:rPr>
              <a:t>pf</a:t>
            </a:r>
            <a:r>
              <a:rPr lang="en-US" altLang="en-US" sz="1200" dirty="0">
                <a:latin typeface="Trebuchet MS" panose="020B0603020202020204" pitchFamily="34" charset="0"/>
              </a:rPr>
              <a:t>[choice](x, y);	</a:t>
            </a:r>
            <a:r>
              <a:rPr lang="en-US" altLang="en-US" sz="1200" dirty="0">
                <a:solidFill>
                  <a:srgbClr val="008000"/>
                </a:solidFill>
                <a:latin typeface="Trebuchet MS" panose="020B0603020202020204" pitchFamily="34" charset="0"/>
              </a:rPr>
              <a:t>// </a:t>
            </a:r>
            <a:r>
              <a:rPr lang="en-US" altLang="en-US" sz="1200" dirty="0" err="1">
                <a:solidFill>
                  <a:srgbClr val="008000"/>
                </a:solidFill>
                <a:latin typeface="Trebuchet MS" panose="020B0603020202020204" pitchFamily="34" charset="0"/>
                <a:ea typeface="새굴림" pitchFamily="18" charset="-127"/>
              </a:rPr>
              <a:t>함수</a:t>
            </a:r>
            <a:r>
              <a:rPr lang="en-US" altLang="en-US" sz="1200" dirty="0">
                <a:solidFill>
                  <a:srgbClr val="008000"/>
                </a:solidFill>
                <a:latin typeface="Trebuchet MS" panose="020B0603020202020204" pitchFamily="34" charset="0"/>
              </a:rPr>
              <a:t> </a:t>
            </a:r>
            <a:r>
              <a:rPr lang="en-US" altLang="en-US" sz="1200" dirty="0" err="1">
                <a:solidFill>
                  <a:srgbClr val="008000"/>
                </a:solidFill>
                <a:latin typeface="Trebuchet MS" panose="020B0603020202020204" pitchFamily="34" charset="0"/>
                <a:ea typeface="새굴림" pitchFamily="18" charset="-127"/>
              </a:rPr>
              <a:t>포인터를</a:t>
            </a:r>
            <a:r>
              <a:rPr lang="en-US" altLang="en-US" sz="1200" dirty="0">
                <a:solidFill>
                  <a:srgbClr val="008000"/>
                </a:solidFill>
                <a:latin typeface="Trebuchet MS" panose="020B0603020202020204" pitchFamily="34" charset="0"/>
              </a:rPr>
              <a:t> </a:t>
            </a:r>
            <a:r>
              <a:rPr lang="en-US" altLang="en-US" sz="1200" dirty="0" err="1">
                <a:solidFill>
                  <a:srgbClr val="008000"/>
                </a:solidFill>
                <a:latin typeface="Trebuchet MS" panose="020B0603020202020204" pitchFamily="34" charset="0"/>
                <a:ea typeface="새굴림" pitchFamily="18" charset="-127"/>
              </a:rPr>
              <a:t>이용한</a:t>
            </a:r>
            <a:r>
              <a:rPr lang="en-US" altLang="en-US" sz="1200" dirty="0">
                <a:solidFill>
                  <a:srgbClr val="008000"/>
                </a:solidFill>
                <a:latin typeface="Trebuchet MS" panose="020B0603020202020204" pitchFamily="34" charset="0"/>
              </a:rPr>
              <a:t> </a:t>
            </a:r>
            <a:r>
              <a:rPr lang="en-US" altLang="en-US" sz="1200" dirty="0" err="1">
                <a:solidFill>
                  <a:srgbClr val="008000"/>
                </a:solidFill>
                <a:latin typeface="Trebuchet MS" panose="020B0603020202020204" pitchFamily="34" charset="0"/>
                <a:ea typeface="새굴림" pitchFamily="18" charset="-127"/>
              </a:rPr>
              <a:t>함수</a:t>
            </a:r>
            <a:r>
              <a:rPr lang="en-US" altLang="en-US" sz="1200" dirty="0">
                <a:solidFill>
                  <a:srgbClr val="008000"/>
                </a:solidFill>
                <a:latin typeface="Trebuchet MS" panose="020B0603020202020204" pitchFamily="34" charset="0"/>
              </a:rPr>
              <a:t> </a:t>
            </a:r>
            <a:r>
              <a:rPr lang="en-US" altLang="en-US" sz="1200" dirty="0" err="1">
                <a:solidFill>
                  <a:srgbClr val="008000"/>
                </a:solidFill>
                <a:latin typeface="Trebuchet MS" panose="020B0603020202020204" pitchFamily="34" charset="0"/>
                <a:ea typeface="새굴림" pitchFamily="18" charset="-127"/>
              </a:rPr>
              <a:t>호출</a:t>
            </a:r>
            <a:endParaRPr lang="en-US" altLang="en-US" sz="1200" dirty="0">
              <a:latin typeface="Trebuchet MS" panose="020B0603020202020204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200" dirty="0">
                <a:latin typeface="Trebuchet MS" panose="020B0603020202020204" pitchFamily="34" charset="0"/>
              </a:rPr>
              <a:t>		</a:t>
            </a:r>
            <a:r>
              <a:rPr lang="en-US" altLang="en-US" sz="1200" dirty="0" err="1">
                <a:latin typeface="Trebuchet MS" panose="020B0603020202020204" pitchFamily="34" charset="0"/>
              </a:rPr>
              <a:t>printf</a:t>
            </a:r>
            <a:r>
              <a:rPr lang="en-US" altLang="en-US" sz="1200" dirty="0">
                <a:latin typeface="Trebuchet MS" panose="020B0603020202020204" pitchFamily="34" charset="0"/>
              </a:rPr>
              <a:t>(</a:t>
            </a:r>
            <a:r>
              <a:rPr lang="en-US" altLang="en-US" sz="1200" dirty="0">
                <a:solidFill>
                  <a:srgbClr val="800000"/>
                </a:solidFill>
                <a:latin typeface="Trebuchet MS" panose="020B0603020202020204" pitchFamily="34" charset="0"/>
              </a:rPr>
              <a:t>"</a:t>
            </a:r>
            <a:r>
              <a:rPr lang="en-US" altLang="en-US" sz="1200" dirty="0" err="1">
                <a:solidFill>
                  <a:srgbClr val="800000"/>
                </a:solidFill>
                <a:latin typeface="Trebuchet MS" panose="020B0603020202020204" pitchFamily="34" charset="0"/>
              </a:rPr>
              <a:t>연산</a:t>
            </a:r>
            <a:r>
              <a:rPr lang="en-US" altLang="en-US" sz="1200" dirty="0">
                <a:solidFill>
                  <a:srgbClr val="800000"/>
                </a:solidFill>
                <a:latin typeface="Trebuchet MS" panose="020B0603020202020204" pitchFamily="34" charset="0"/>
              </a:rPr>
              <a:t> </a:t>
            </a:r>
            <a:r>
              <a:rPr lang="en-US" altLang="en-US" sz="1200" dirty="0" err="1">
                <a:solidFill>
                  <a:srgbClr val="800000"/>
                </a:solidFill>
                <a:latin typeface="Trebuchet MS" panose="020B0603020202020204" pitchFamily="34" charset="0"/>
              </a:rPr>
              <a:t>결과</a:t>
            </a:r>
            <a:r>
              <a:rPr lang="en-US" altLang="en-US" sz="1200" dirty="0">
                <a:solidFill>
                  <a:srgbClr val="800000"/>
                </a:solidFill>
                <a:latin typeface="Trebuchet MS" panose="020B0603020202020204" pitchFamily="34" charset="0"/>
              </a:rPr>
              <a:t> = %d\</a:t>
            </a:r>
            <a:r>
              <a:rPr lang="en-US" altLang="en-US" sz="1200" dirty="0" err="1">
                <a:solidFill>
                  <a:srgbClr val="800000"/>
                </a:solidFill>
                <a:latin typeface="Trebuchet MS" panose="020B0603020202020204" pitchFamily="34" charset="0"/>
              </a:rPr>
              <a:t>n"</a:t>
            </a:r>
            <a:r>
              <a:rPr lang="en-US" altLang="en-US" sz="1200" dirty="0" err="1">
                <a:latin typeface="Trebuchet MS" panose="020B0603020202020204" pitchFamily="34" charset="0"/>
              </a:rPr>
              <a:t>,result</a:t>
            </a:r>
            <a:r>
              <a:rPr lang="en-US" altLang="en-US" sz="1200" dirty="0">
                <a:latin typeface="Trebuchet MS" panose="020B0603020202020204" pitchFamily="34" charset="0"/>
              </a:rPr>
              <a:t>);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200" dirty="0">
                <a:latin typeface="Trebuchet MS" panose="020B0603020202020204" pitchFamily="34" charset="0"/>
              </a:rPr>
              <a:t>	}			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200" dirty="0">
                <a:latin typeface="Trebuchet MS" panose="020B0603020202020204" pitchFamily="34" charset="0"/>
              </a:rPr>
              <a:t>	</a:t>
            </a:r>
            <a:r>
              <a:rPr lang="en-US" altLang="en-US" sz="1200" dirty="0">
                <a:solidFill>
                  <a:srgbClr val="0000FF"/>
                </a:solidFill>
                <a:latin typeface="Trebuchet MS" panose="020B0603020202020204" pitchFamily="34" charset="0"/>
              </a:rPr>
              <a:t>return</a:t>
            </a:r>
            <a:r>
              <a:rPr lang="en-US" altLang="en-US" sz="1200" dirty="0">
                <a:latin typeface="Trebuchet MS" panose="020B0603020202020204" pitchFamily="34" charset="0"/>
              </a:rPr>
              <a:t> 0;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200" dirty="0">
                <a:latin typeface="Trebuchet MS" panose="020B0603020202020204" pitchFamily="34" charset="0"/>
              </a:rPr>
              <a:t>}</a:t>
            </a:r>
          </a:p>
        </p:txBody>
      </p:sp>
      <p:sp>
        <p:nvSpPr>
          <p:cNvPr id="168964" name="Rectangle 4"/>
          <p:cNvSpPr>
            <a:spLocks noChangeArrowheads="1"/>
          </p:cNvSpPr>
          <p:nvPr/>
        </p:nvSpPr>
        <p:spPr bwMode="auto">
          <a:xfrm>
            <a:off x="0" y="30257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168965" name="Rectangle 5"/>
          <p:cNvSpPr>
            <a:spLocks noChangeArrowheads="1"/>
          </p:cNvSpPr>
          <p:nvPr/>
        </p:nvSpPr>
        <p:spPr bwMode="auto">
          <a:xfrm>
            <a:off x="0" y="31273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168966" name="Rectangle 6"/>
          <p:cNvSpPr>
            <a:spLocks noChangeArrowheads="1"/>
          </p:cNvSpPr>
          <p:nvPr/>
        </p:nvSpPr>
        <p:spPr bwMode="auto">
          <a:xfrm>
            <a:off x="0" y="30908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168967" name="Rectangle 7"/>
          <p:cNvSpPr>
            <a:spLocks noChangeArrowheads="1"/>
          </p:cNvSpPr>
          <p:nvPr/>
        </p:nvSpPr>
        <p:spPr bwMode="auto">
          <a:xfrm>
            <a:off x="0" y="28225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168968" name="Rectangle 8"/>
          <p:cNvSpPr>
            <a:spLocks noChangeArrowheads="1"/>
          </p:cNvSpPr>
          <p:nvPr/>
        </p:nvSpPr>
        <p:spPr bwMode="auto">
          <a:xfrm>
            <a:off x="0" y="31337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39135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Lab 5: </a:t>
            </a:r>
            <a:r>
              <a:rPr lang="ko-KR" altLang="en-US" dirty="0" err="1"/>
              <a:t>함수포인터</a:t>
            </a:r>
            <a:r>
              <a:rPr lang="ko-KR" altLang="en-US" dirty="0"/>
              <a:t> 배열</a:t>
            </a:r>
            <a:endParaRPr lang="en-US" altLang="ko-KR" dirty="0"/>
          </a:p>
        </p:txBody>
      </p:sp>
      <p:sp>
        <p:nvSpPr>
          <p:cNvPr id="169987" name="Rectangle 3"/>
          <p:cNvSpPr>
            <a:spLocks noChangeArrowheads="1"/>
          </p:cNvSpPr>
          <p:nvPr/>
        </p:nvSpPr>
        <p:spPr bwMode="auto">
          <a:xfrm>
            <a:off x="539552" y="1638338"/>
            <a:ext cx="7777162" cy="4794174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>
                      <a:alpha val="50000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ts val="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solidFill>
                  <a:srgbClr val="0000FF"/>
                </a:solidFill>
                <a:latin typeface="Trebuchet MS" panose="020B0603020202020204" pitchFamily="34" charset="0"/>
              </a:rPr>
              <a:t>int</a:t>
            </a:r>
            <a:r>
              <a:rPr lang="en-US" altLang="en-US" sz="1600" dirty="0">
                <a:latin typeface="Trebuchet MS" panose="020B0603020202020204" pitchFamily="34" charset="0"/>
              </a:rPr>
              <a:t> add(</a:t>
            </a:r>
            <a:r>
              <a:rPr lang="en-US" altLang="en-US" sz="1600" dirty="0">
                <a:solidFill>
                  <a:srgbClr val="0000FF"/>
                </a:solidFill>
                <a:latin typeface="Trebuchet MS" panose="020B0603020202020204" pitchFamily="34" charset="0"/>
              </a:rPr>
              <a:t>int</a:t>
            </a:r>
            <a:r>
              <a:rPr lang="en-US" altLang="en-US" sz="1600" dirty="0">
                <a:latin typeface="Trebuchet MS" panose="020B0603020202020204" pitchFamily="34" charset="0"/>
              </a:rPr>
              <a:t> x, </a:t>
            </a:r>
            <a:r>
              <a:rPr lang="en-US" altLang="en-US" sz="1600" dirty="0">
                <a:solidFill>
                  <a:srgbClr val="0000FF"/>
                </a:solidFill>
                <a:latin typeface="Trebuchet MS" panose="020B0603020202020204" pitchFamily="34" charset="0"/>
              </a:rPr>
              <a:t>int</a:t>
            </a:r>
            <a:r>
              <a:rPr lang="en-US" altLang="en-US" sz="1600" dirty="0">
                <a:latin typeface="Trebuchet MS" panose="020B0603020202020204" pitchFamily="34" charset="0"/>
              </a:rPr>
              <a:t> y)</a:t>
            </a:r>
          </a:p>
          <a:p>
            <a:pPr marL="342900" indent="-342900">
              <a:spcBef>
                <a:spcPts val="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anose="020B0603020202020204" pitchFamily="34" charset="0"/>
              </a:rPr>
              <a:t>{</a:t>
            </a:r>
          </a:p>
          <a:p>
            <a:pPr marL="342900" indent="-342900">
              <a:spcBef>
                <a:spcPts val="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anose="020B0603020202020204" pitchFamily="34" charset="0"/>
              </a:rPr>
              <a:t>	</a:t>
            </a:r>
            <a:r>
              <a:rPr lang="en-US" altLang="en-US" sz="1600" dirty="0">
                <a:solidFill>
                  <a:srgbClr val="0000FF"/>
                </a:solidFill>
                <a:latin typeface="Trebuchet MS" panose="020B0603020202020204" pitchFamily="34" charset="0"/>
              </a:rPr>
              <a:t>return</a:t>
            </a:r>
            <a:r>
              <a:rPr lang="en-US" altLang="en-US" sz="1600" dirty="0">
                <a:latin typeface="Trebuchet MS" panose="020B0603020202020204" pitchFamily="34" charset="0"/>
              </a:rPr>
              <a:t> x + y;</a:t>
            </a:r>
          </a:p>
          <a:p>
            <a:pPr marL="342900" indent="-342900">
              <a:spcBef>
                <a:spcPts val="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anose="020B0603020202020204" pitchFamily="34" charset="0"/>
              </a:rPr>
              <a:t>}</a:t>
            </a:r>
          </a:p>
          <a:p>
            <a:pPr marL="342900" indent="-342900">
              <a:spcBef>
                <a:spcPts val="0"/>
              </a:spcBef>
              <a:buClr>
                <a:schemeClr val="folHlink"/>
              </a:buClr>
              <a:buFont typeface="Symbol" pitchFamily="18" charset="2"/>
              <a:buNone/>
            </a:pPr>
            <a:endParaRPr lang="en-US" altLang="en-US" sz="1600" dirty="0">
              <a:latin typeface="Trebuchet MS" panose="020B0603020202020204" pitchFamily="34" charset="0"/>
            </a:endParaRPr>
          </a:p>
          <a:p>
            <a:pPr marL="342900" indent="-342900">
              <a:spcBef>
                <a:spcPts val="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solidFill>
                  <a:srgbClr val="0000FF"/>
                </a:solidFill>
                <a:latin typeface="Trebuchet MS" panose="020B0603020202020204" pitchFamily="34" charset="0"/>
              </a:rPr>
              <a:t>int</a:t>
            </a:r>
            <a:r>
              <a:rPr lang="en-US" altLang="en-US" sz="1600" dirty="0">
                <a:latin typeface="Trebuchet MS" panose="020B0603020202020204" pitchFamily="34" charset="0"/>
              </a:rPr>
              <a:t> sub(</a:t>
            </a:r>
            <a:r>
              <a:rPr lang="en-US" altLang="en-US" sz="1600" dirty="0">
                <a:solidFill>
                  <a:srgbClr val="0000FF"/>
                </a:solidFill>
                <a:latin typeface="Trebuchet MS" panose="020B0603020202020204" pitchFamily="34" charset="0"/>
              </a:rPr>
              <a:t>int</a:t>
            </a:r>
            <a:r>
              <a:rPr lang="en-US" altLang="en-US" sz="1600" dirty="0">
                <a:latin typeface="Trebuchet MS" panose="020B0603020202020204" pitchFamily="34" charset="0"/>
              </a:rPr>
              <a:t> x, </a:t>
            </a:r>
            <a:r>
              <a:rPr lang="en-US" altLang="en-US" sz="1600" dirty="0">
                <a:solidFill>
                  <a:srgbClr val="0000FF"/>
                </a:solidFill>
                <a:latin typeface="Trebuchet MS" panose="020B0603020202020204" pitchFamily="34" charset="0"/>
              </a:rPr>
              <a:t>int</a:t>
            </a:r>
            <a:r>
              <a:rPr lang="en-US" altLang="en-US" sz="1600" dirty="0">
                <a:latin typeface="Trebuchet MS" panose="020B0603020202020204" pitchFamily="34" charset="0"/>
              </a:rPr>
              <a:t> y)</a:t>
            </a:r>
          </a:p>
          <a:p>
            <a:pPr marL="342900" indent="-342900">
              <a:spcBef>
                <a:spcPts val="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anose="020B0603020202020204" pitchFamily="34" charset="0"/>
              </a:rPr>
              <a:t>{</a:t>
            </a:r>
          </a:p>
          <a:p>
            <a:pPr marL="342900" indent="-342900">
              <a:spcBef>
                <a:spcPts val="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anose="020B0603020202020204" pitchFamily="34" charset="0"/>
              </a:rPr>
              <a:t>	</a:t>
            </a:r>
            <a:r>
              <a:rPr lang="en-US" altLang="en-US" sz="1600" dirty="0">
                <a:solidFill>
                  <a:srgbClr val="0000FF"/>
                </a:solidFill>
                <a:latin typeface="Trebuchet MS" panose="020B0603020202020204" pitchFamily="34" charset="0"/>
              </a:rPr>
              <a:t>return</a:t>
            </a:r>
            <a:r>
              <a:rPr lang="en-US" altLang="en-US" sz="1600" dirty="0">
                <a:latin typeface="Trebuchet MS" panose="020B0603020202020204" pitchFamily="34" charset="0"/>
              </a:rPr>
              <a:t> x - y;</a:t>
            </a:r>
          </a:p>
          <a:p>
            <a:pPr marL="342900" indent="-342900">
              <a:spcBef>
                <a:spcPts val="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anose="020B0603020202020204" pitchFamily="34" charset="0"/>
              </a:rPr>
              <a:t>}</a:t>
            </a:r>
          </a:p>
          <a:p>
            <a:pPr marL="342900" indent="-342900">
              <a:spcBef>
                <a:spcPts val="0"/>
              </a:spcBef>
              <a:buClr>
                <a:schemeClr val="folHlink"/>
              </a:buClr>
              <a:buFont typeface="Symbol" pitchFamily="18" charset="2"/>
              <a:buNone/>
            </a:pPr>
            <a:endParaRPr lang="en-US" altLang="en-US" sz="1600" dirty="0">
              <a:latin typeface="Trebuchet MS" panose="020B0603020202020204" pitchFamily="34" charset="0"/>
            </a:endParaRPr>
          </a:p>
          <a:p>
            <a:pPr marL="342900" indent="-342900">
              <a:spcBef>
                <a:spcPts val="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solidFill>
                  <a:srgbClr val="0000FF"/>
                </a:solidFill>
                <a:latin typeface="Trebuchet MS" panose="020B0603020202020204" pitchFamily="34" charset="0"/>
              </a:rPr>
              <a:t>int</a:t>
            </a:r>
            <a:r>
              <a:rPr lang="en-US" altLang="en-US" sz="1600" dirty="0">
                <a:latin typeface="Trebuchet MS" panose="020B0603020202020204" pitchFamily="34" charset="0"/>
              </a:rPr>
              <a:t> </a:t>
            </a:r>
            <a:r>
              <a:rPr lang="en-US" altLang="en-US" sz="1600" dirty="0" err="1">
                <a:latin typeface="Trebuchet MS" panose="020B0603020202020204" pitchFamily="34" charset="0"/>
              </a:rPr>
              <a:t>mul</a:t>
            </a:r>
            <a:r>
              <a:rPr lang="en-US" altLang="en-US" sz="1600" dirty="0">
                <a:latin typeface="Trebuchet MS" panose="020B0603020202020204" pitchFamily="34" charset="0"/>
              </a:rPr>
              <a:t>(</a:t>
            </a:r>
            <a:r>
              <a:rPr lang="en-US" altLang="en-US" sz="1600" dirty="0" err="1">
                <a:solidFill>
                  <a:srgbClr val="0000FF"/>
                </a:solidFill>
                <a:latin typeface="Trebuchet MS" panose="020B0603020202020204" pitchFamily="34" charset="0"/>
              </a:rPr>
              <a:t>int</a:t>
            </a:r>
            <a:r>
              <a:rPr lang="en-US" altLang="en-US" sz="1600" dirty="0">
                <a:latin typeface="Trebuchet MS" panose="020B0603020202020204" pitchFamily="34" charset="0"/>
              </a:rPr>
              <a:t> x, </a:t>
            </a:r>
            <a:r>
              <a:rPr lang="en-US" altLang="en-US" sz="1600" dirty="0" err="1">
                <a:solidFill>
                  <a:srgbClr val="0000FF"/>
                </a:solidFill>
                <a:latin typeface="Trebuchet MS" panose="020B0603020202020204" pitchFamily="34" charset="0"/>
              </a:rPr>
              <a:t>int</a:t>
            </a:r>
            <a:r>
              <a:rPr lang="en-US" altLang="en-US" sz="1600" dirty="0">
                <a:latin typeface="Trebuchet MS" panose="020B0603020202020204" pitchFamily="34" charset="0"/>
              </a:rPr>
              <a:t> y)</a:t>
            </a:r>
          </a:p>
          <a:p>
            <a:pPr marL="342900" indent="-342900">
              <a:spcBef>
                <a:spcPts val="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anose="020B0603020202020204" pitchFamily="34" charset="0"/>
              </a:rPr>
              <a:t>{</a:t>
            </a:r>
          </a:p>
          <a:p>
            <a:pPr marL="342900" indent="-342900">
              <a:spcBef>
                <a:spcPts val="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anose="020B0603020202020204" pitchFamily="34" charset="0"/>
              </a:rPr>
              <a:t>	</a:t>
            </a:r>
            <a:r>
              <a:rPr lang="en-US" altLang="en-US" sz="1600" dirty="0">
                <a:solidFill>
                  <a:srgbClr val="0000FF"/>
                </a:solidFill>
                <a:latin typeface="Trebuchet MS" panose="020B0603020202020204" pitchFamily="34" charset="0"/>
              </a:rPr>
              <a:t>return</a:t>
            </a:r>
            <a:r>
              <a:rPr lang="en-US" altLang="en-US" sz="1600" dirty="0">
                <a:latin typeface="Trebuchet MS" panose="020B0603020202020204" pitchFamily="34" charset="0"/>
              </a:rPr>
              <a:t> x * y;</a:t>
            </a:r>
          </a:p>
          <a:p>
            <a:pPr marL="342900" indent="-342900">
              <a:spcBef>
                <a:spcPts val="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anose="020B0603020202020204" pitchFamily="34" charset="0"/>
              </a:rPr>
              <a:t>}</a:t>
            </a:r>
          </a:p>
          <a:p>
            <a:pPr marL="342900" indent="-342900">
              <a:spcBef>
                <a:spcPts val="0"/>
              </a:spcBef>
              <a:buClr>
                <a:schemeClr val="folHlink"/>
              </a:buClr>
              <a:buFont typeface="Symbol" pitchFamily="18" charset="2"/>
              <a:buNone/>
            </a:pPr>
            <a:endParaRPr lang="en-US" altLang="en-US" sz="1600" dirty="0">
              <a:latin typeface="Trebuchet MS" panose="020B0603020202020204" pitchFamily="34" charset="0"/>
            </a:endParaRPr>
          </a:p>
          <a:p>
            <a:pPr marL="342900" indent="-342900">
              <a:spcBef>
                <a:spcPts val="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 err="1">
                <a:solidFill>
                  <a:srgbClr val="0000FF"/>
                </a:solidFill>
                <a:latin typeface="Trebuchet MS" panose="020B0603020202020204" pitchFamily="34" charset="0"/>
              </a:rPr>
              <a:t>int</a:t>
            </a:r>
            <a:r>
              <a:rPr lang="en-US" altLang="en-US" sz="1600" dirty="0">
                <a:latin typeface="Trebuchet MS" panose="020B0603020202020204" pitchFamily="34" charset="0"/>
              </a:rPr>
              <a:t> div(</a:t>
            </a:r>
            <a:r>
              <a:rPr lang="en-US" altLang="en-US" sz="1600" dirty="0" err="1">
                <a:solidFill>
                  <a:srgbClr val="0000FF"/>
                </a:solidFill>
                <a:latin typeface="Trebuchet MS" panose="020B0603020202020204" pitchFamily="34" charset="0"/>
              </a:rPr>
              <a:t>int</a:t>
            </a:r>
            <a:r>
              <a:rPr lang="en-US" altLang="en-US" sz="1600" dirty="0">
                <a:latin typeface="Trebuchet MS" panose="020B0603020202020204" pitchFamily="34" charset="0"/>
              </a:rPr>
              <a:t> x, </a:t>
            </a:r>
            <a:r>
              <a:rPr lang="en-US" altLang="en-US" sz="1600" dirty="0" err="1">
                <a:solidFill>
                  <a:srgbClr val="0000FF"/>
                </a:solidFill>
                <a:latin typeface="Trebuchet MS" panose="020B0603020202020204" pitchFamily="34" charset="0"/>
              </a:rPr>
              <a:t>int</a:t>
            </a:r>
            <a:r>
              <a:rPr lang="en-US" altLang="en-US" sz="1600" dirty="0">
                <a:latin typeface="Trebuchet MS" panose="020B0603020202020204" pitchFamily="34" charset="0"/>
              </a:rPr>
              <a:t> y)</a:t>
            </a:r>
          </a:p>
          <a:p>
            <a:pPr marL="342900" indent="-342900">
              <a:spcBef>
                <a:spcPts val="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anose="020B0603020202020204" pitchFamily="34" charset="0"/>
              </a:rPr>
              <a:t>{</a:t>
            </a:r>
          </a:p>
          <a:p>
            <a:pPr marL="342900" indent="-342900">
              <a:spcBef>
                <a:spcPts val="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anose="020B0603020202020204" pitchFamily="34" charset="0"/>
              </a:rPr>
              <a:t>	</a:t>
            </a:r>
            <a:r>
              <a:rPr lang="en-US" altLang="en-US" sz="1600" dirty="0">
                <a:solidFill>
                  <a:srgbClr val="0000FF"/>
                </a:solidFill>
                <a:latin typeface="Trebuchet MS" panose="020B0603020202020204" pitchFamily="34" charset="0"/>
              </a:rPr>
              <a:t>return</a:t>
            </a:r>
            <a:r>
              <a:rPr lang="en-US" altLang="en-US" sz="1600" dirty="0">
                <a:latin typeface="Trebuchet MS" panose="020B0603020202020204" pitchFamily="34" charset="0"/>
              </a:rPr>
              <a:t> x / y;</a:t>
            </a:r>
          </a:p>
          <a:p>
            <a:pPr marL="342900" indent="-342900">
              <a:spcBef>
                <a:spcPts val="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anose="020B0603020202020204" pitchFamily="34" charset="0"/>
              </a:rPr>
              <a:t>}</a:t>
            </a:r>
          </a:p>
        </p:txBody>
      </p:sp>
      <p:sp>
        <p:nvSpPr>
          <p:cNvPr id="169988" name="Rectangle 4"/>
          <p:cNvSpPr>
            <a:spLocks noChangeArrowheads="1"/>
          </p:cNvSpPr>
          <p:nvPr/>
        </p:nvSpPr>
        <p:spPr bwMode="auto">
          <a:xfrm>
            <a:off x="0" y="30257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169989" name="Rectangle 5"/>
          <p:cNvSpPr>
            <a:spLocks noChangeArrowheads="1"/>
          </p:cNvSpPr>
          <p:nvPr/>
        </p:nvSpPr>
        <p:spPr bwMode="auto">
          <a:xfrm>
            <a:off x="0" y="31273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169990" name="Rectangle 6"/>
          <p:cNvSpPr>
            <a:spLocks noChangeArrowheads="1"/>
          </p:cNvSpPr>
          <p:nvPr/>
        </p:nvSpPr>
        <p:spPr bwMode="auto">
          <a:xfrm>
            <a:off x="0" y="30908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169991" name="Rectangle 7"/>
          <p:cNvSpPr>
            <a:spLocks noChangeArrowheads="1"/>
          </p:cNvSpPr>
          <p:nvPr/>
        </p:nvSpPr>
        <p:spPr bwMode="auto">
          <a:xfrm>
            <a:off x="0" y="28225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169992" name="Rectangle 8"/>
          <p:cNvSpPr>
            <a:spLocks noChangeArrowheads="1"/>
          </p:cNvSpPr>
          <p:nvPr/>
        </p:nvSpPr>
        <p:spPr bwMode="auto">
          <a:xfrm>
            <a:off x="0" y="31337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169994" name="Rectangle 10"/>
          <p:cNvSpPr>
            <a:spLocks noChangeArrowheads="1"/>
          </p:cNvSpPr>
          <p:nvPr/>
        </p:nvSpPr>
        <p:spPr bwMode="auto">
          <a:xfrm>
            <a:off x="0" y="19272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7A8043AD-43E1-4E49-83AA-BD2C44AA8364}"/>
              </a:ext>
            </a:extLst>
          </p:cNvPr>
          <p:cNvGrpSpPr/>
          <p:nvPr/>
        </p:nvGrpSpPr>
        <p:grpSpPr>
          <a:xfrm>
            <a:off x="4918019" y="1681100"/>
            <a:ext cx="3867723" cy="4784219"/>
            <a:chOff x="5038165" y="815788"/>
            <a:chExt cx="3663880" cy="1211006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88018AC7-8C2E-4663-86B3-65AAC01858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37955" y="1892840"/>
              <a:ext cx="664299" cy="133954"/>
            </a:xfrm>
            <a:prstGeom prst="rect">
              <a:avLst/>
            </a:prstGeom>
          </p:spPr>
        </p:pic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856BEA29-1ADB-4CAA-B6AE-C5BE5CFA7418}"/>
                </a:ext>
              </a:extLst>
            </p:cNvPr>
            <p:cNvSpPr/>
            <p:nvPr/>
          </p:nvSpPr>
          <p:spPr>
            <a:xfrm>
              <a:off x="5038165" y="815788"/>
              <a:ext cx="3663880" cy="1123893"/>
            </a:xfrm>
            <a:prstGeom prst="rect">
              <a:avLst/>
            </a:prstGeom>
            <a:solidFill>
              <a:srgbClr val="1F6EA7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=====================</a:t>
              </a:r>
            </a:p>
            <a:p>
              <a:pPr algn="just" eaLnBrk="0" latinLnBrk="0" hangingPunct="0"/>
              <a:r>
                <a:rPr lang="en-US" altLang="ko-KR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0. </a:t>
              </a:r>
              <a:r>
                <a:rPr lang="ko-KR" altLang="en-US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덧셈</a:t>
              </a:r>
            </a:p>
            <a:p>
              <a:pPr algn="just" eaLnBrk="0" latinLnBrk="0" hangingPunct="0"/>
              <a:r>
                <a:rPr lang="en-US" altLang="ko-KR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1. </a:t>
              </a:r>
              <a:r>
                <a:rPr lang="ko-KR" altLang="en-US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뺄셈</a:t>
              </a:r>
            </a:p>
            <a:p>
              <a:pPr algn="just" eaLnBrk="0" latinLnBrk="0" hangingPunct="0"/>
              <a:r>
                <a:rPr lang="en-US" altLang="ko-KR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2. </a:t>
              </a:r>
              <a:r>
                <a:rPr lang="ko-KR" altLang="en-US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곱셈</a:t>
              </a:r>
            </a:p>
            <a:p>
              <a:pPr algn="just" eaLnBrk="0" latinLnBrk="0" hangingPunct="0"/>
              <a:r>
                <a:rPr lang="en-US" altLang="ko-KR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3. </a:t>
              </a:r>
              <a:r>
                <a:rPr lang="ko-KR" altLang="en-US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나눗셈</a:t>
              </a:r>
            </a:p>
            <a:p>
              <a:pPr algn="just" eaLnBrk="0" latinLnBrk="0" hangingPunct="0"/>
              <a:r>
                <a:rPr lang="en-US" altLang="ko-KR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4. </a:t>
              </a:r>
              <a:r>
                <a:rPr lang="ko-KR" altLang="en-US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종료</a:t>
              </a:r>
            </a:p>
            <a:p>
              <a:pPr algn="just" eaLnBrk="0" latinLnBrk="0" hangingPunct="0"/>
              <a:r>
                <a:rPr lang="en-US" altLang="ko-KR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=====================</a:t>
              </a:r>
            </a:p>
            <a:p>
              <a:pPr algn="just" eaLnBrk="0" latinLnBrk="0" hangingPunct="0"/>
              <a:r>
                <a:rPr lang="ko-KR" altLang="en-US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메뉴를 </a:t>
              </a:r>
              <a:r>
                <a:rPr lang="ko-KR" altLang="en-US" sz="1400" dirty="0" err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선택하시오</a:t>
              </a:r>
              <a:r>
                <a:rPr lang="en-US" altLang="ko-KR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:2</a:t>
              </a:r>
            </a:p>
            <a:p>
              <a:pPr algn="just" eaLnBrk="0" latinLnBrk="0" hangingPunct="0"/>
              <a:r>
                <a:rPr lang="en-US" altLang="ko-KR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2</a:t>
              </a:r>
              <a:r>
                <a:rPr lang="ko-KR" altLang="en-US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개의 정수를 </a:t>
              </a:r>
              <a:r>
                <a:rPr lang="ko-KR" altLang="en-US" sz="1400" dirty="0" err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입력하시오</a:t>
              </a:r>
              <a:r>
                <a:rPr lang="en-US" altLang="ko-KR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:10 20</a:t>
              </a:r>
            </a:p>
            <a:p>
              <a:pPr algn="just" eaLnBrk="0" latinLnBrk="0" hangingPunct="0"/>
              <a:r>
                <a:rPr lang="ko-KR" altLang="en-US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연산 결과 </a:t>
              </a:r>
              <a:r>
                <a:rPr lang="en-US" altLang="ko-KR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= 200</a:t>
              </a:r>
            </a:p>
            <a:p>
              <a:pPr algn="just" eaLnBrk="0" latinLnBrk="0" hangingPunct="0"/>
              <a:r>
                <a:rPr lang="en-US" altLang="ko-KR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=====================</a:t>
              </a:r>
            </a:p>
            <a:p>
              <a:pPr algn="just" eaLnBrk="0" latinLnBrk="0" hangingPunct="0"/>
              <a:r>
                <a:rPr lang="en-US" altLang="ko-KR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0. </a:t>
              </a:r>
              <a:r>
                <a:rPr lang="ko-KR" altLang="en-US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덧셈</a:t>
              </a:r>
            </a:p>
            <a:p>
              <a:pPr algn="just" eaLnBrk="0" latinLnBrk="0" hangingPunct="0"/>
              <a:r>
                <a:rPr lang="en-US" altLang="ko-KR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1. </a:t>
              </a:r>
              <a:r>
                <a:rPr lang="ko-KR" altLang="en-US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뺄셈</a:t>
              </a:r>
            </a:p>
            <a:p>
              <a:pPr algn="just" eaLnBrk="0" latinLnBrk="0" hangingPunct="0"/>
              <a:r>
                <a:rPr lang="en-US" altLang="ko-KR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2. </a:t>
              </a:r>
              <a:r>
                <a:rPr lang="ko-KR" altLang="en-US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곱셈</a:t>
              </a:r>
            </a:p>
            <a:p>
              <a:pPr algn="just" eaLnBrk="0" latinLnBrk="0" hangingPunct="0"/>
              <a:r>
                <a:rPr lang="en-US" altLang="ko-KR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3. </a:t>
              </a:r>
              <a:r>
                <a:rPr lang="ko-KR" altLang="en-US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나눗셈</a:t>
              </a:r>
            </a:p>
            <a:p>
              <a:pPr algn="just" eaLnBrk="0" latinLnBrk="0" hangingPunct="0"/>
              <a:r>
                <a:rPr lang="en-US" altLang="ko-KR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4. </a:t>
              </a:r>
              <a:r>
                <a:rPr lang="ko-KR" altLang="en-US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종료</a:t>
              </a:r>
            </a:p>
            <a:p>
              <a:pPr algn="just" eaLnBrk="0" latinLnBrk="0" hangingPunct="0"/>
              <a:r>
                <a:rPr lang="en-US" altLang="ko-KR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=====================</a:t>
              </a:r>
            </a:p>
            <a:p>
              <a:pPr algn="just" eaLnBrk="0" latinLnBrk="0" hangingPunct="0"/>
              <a:r>
                <a:rPr lang="ko-KR" altLang="en-US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메뉴를 </a:t>
              </a:r>
              <a:r>
                <a:rPr lang="ko-KR" altLang="en-US" sz="1400" dirty="0" err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선택하시오</a:t>
              </a:r>
              <a:r>
                <a:rPr lang="en-US" altLang="ko-KR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054974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Lab </a:t>
            </a:r>
            <a:r>
              <a:rPr lang="en-US" altLang="ko-KR" dirty="0" smtClean="0"/>
              <a:t>6: </a:t>
            </a:r>
            <a:r>
              <a:rPr lang="ko-KR" altLang="en-US" dirty="0" err="1" smtClean="0"/>
              <a:t>인수로서의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함수포인터</a:t>
            </a:r>
            <a:endParaRPr lang="en-US" altLang="ko-KR" dirty="0"/>
          </a:p>
        </p:txBody>
      </p:sp>
      <p:sp>
        <p:nvSpPr>
          <p:cNvPr id="19459" name="Rectangle 3"/>
          <p:cNvSpPr>
            <a:spLocks noChangeArrowheads="1"/>
          </p:cNvSpPr>
          <p:nvPr/>
        </p:nvSpPr>
        <p:spPr bwMode="auto">
          <a:xfrm>
            <a:off x="1055688" y="1412776"/>
            <a:ext cx="7777162" cy="5328816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>
                      <a:alpha val="50000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400" dirty="0">
                <a:solidFill>
                  <a:srgbClr val="0000FF"/>
                </a:solidFill>
                <a:latin typeface="Trebuchet MS" panose="020B0603020202020204" pitchFamily="34" charset="0"/>
              </a:rPr>
              <a:t>#include</a:t>
            </a:r>
            <a:r>
              <a:rPr lang="en-US" altLang="en-US" sz="1400" dirty="0">
                <a:latin typeface="Trebuchet MS" panose="020B0603020202020204" pitchFamily="34" charset="0"/>
              </a:rPr>
              <a:t> </a:t>
            </a:r>
            <a:r>
              <a:rPr lang="en-US" altLang="en-US" sz="1400" dirty="0">
                <a:solidFill>
                  <a:srgbClr val="800000"/>
                </a:solidFill>
                <a:latin typeface="Trebuchet MS" panose="020B0603020202020204" pitchFamily="34" charset="0"/>
              </a:rPr>
              <a:t>&lt;</a:t>
            </a:r>
            <a:r>
              <a:rPr lang="en-US" altLang="en-US" sz="1400" dirty="0" err="1">
                <a:solidFill>
                  <a:srgbClr val="800000"/>
                </a:solidFill>
                <a:latin typeface="Trebuchet MS" panose="020B0603020202020204" pitchFamily="34" charset="0"/>
              </a:rPr>
              <a:t>stdio.h</a:t>
            </a:r>
            <a:r>
              <a:rPr lang="en-US" altLang="en-US" sz="1400" dirty="0">
                <a:solidFill>
                  <a:srgbClr val="800000"/>
                </a:solidFill>
                <a:latin typeface="Trebuchet MS" panose="020B0603020202020204" pitchFamily="34" charset="0"/>
              </a:rPr>
              <a:t>&gt;</a:t>
            </a:r>
            <a:endParaRPr lang="en-US" altLang="en-US" sz="1400" dirty="0">
              <a:latin typeface="Trebuchet MS" panose="020B0603020202020204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400" dirty="0">
                <a:solidFill>
                  <a:srgbClr val="0000FF"/>
                </a:solidFill>
                <a:latin typeface="Trebuchet MS" panose="020B0603020202020204" pitchFamily="34" charset="0"/>
              </a:rPr>
              <a:t>#include</a:t>
            </a:r>
            <a:r>
              <a:rPr lang="en-US" altLang="en-US" sz="1400" dirty="0">
                <a:latin typeface="Trebuchet MS" panose="020B0603020202020204" pitchFamily="34" charset="0"/>
              </a:rPr>
              <a:t> </a:t>
            </a:r>
            <a:r>
              <a:rPr lang="en-US" altLang="en-US" sz="1400" dirty="0">
                <a:solidFill>
                  <a:srgbClr val="800000"/>
                </a:solidFill>
                <a:latin typeface="Trebuchet MS" panose="020B0603020202020204" pitchFamily="34" charset="0"/>
              </a:rPr>
              <a:t>&lt;</a:t>
            </a:r>
            <a:r>
              <a:rPr lang="en-US" altLang="en-US" sz="1400" dirty="0" err="1">
                <a:solidFill>
                  <a:srgbClr val="800000"/>
                </a:solidFill>
                <a:latin typeface="Trebuchet MS" panose="020B0603020202020204" pitchFamily="34" charset="0"/>
              </a:rPr>
              <a:t>math.h</a:t>
            </a:r>
            <a:r>
              <a:rPr lang="en-US" altLang="en-US" sz="1400" dirty="0">
                <a:solidFill>
                  <a:srgbClr val="800000"/>
                </a:solidFill>
                <a:latin typeface="Trebuchet MS" panose="020B0603020202020204" pitchFamily="34" charset="0"/>
              </a:rPr>
              <a:t>&gt;</a:t>
            </a:r>
            <a:endParaRPr lang="en-US" altLang="en-US" sz="1400" dirty="0">
              <a:latin typeface="Trebuchet MS" panose="020B0603020202020204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endParaRPr lang="en-US" altLang="en-US" sz="1400" dirty="0">
              <a:latin typeface="Trebuchet MS" panose="020B0603020202020204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400" dirty="0">
                <a:solidFill>
                  <a:srgbClr val="0000FF"/>
                </a:solidFill>
                <a:latin typeface="Trebuchet MS" panose="020B0603020202020204" pitchFamily="34" charset="0"/>
              </a:rPr>
              <a:t>double</a:t>
            </a:r>
            <a:r>
              <a:rPr lang="en-US" altLang="en-US" sz="1400" dirty="0">
                <a:latin typeface="Trebuchet MS" panose="020B0603020202020204" pitchFamily="34" charset="0"/>
              </a:rPr>
              <a:t> f1(</a:t>
            </a:r>
            <a:r>
              <a:rPr lang="en-US" altLang="en-US" sz="1400" dirty="0">
                <a:solidFill>
                  <a:srgbClr val="0000FF"/>
                </a:solidFill>
                <a:latin typeface="Trebuchet MS" panose="020B0603020202020204" pitchFamily="34" charset="0"/>
              </a:rPr>
              <a:t>double</a:t>
            </a:r>
            <a:r>
              <a:rPr lang="en-US" altLang="en-US" sz="1400" dirty="0">
                <a:latin typeface="Trebuchet MS" panose="020B0603020202020204" pitchFamily="34" charset="0"/>
              </a:rPr>
              <a:t> k);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400" dirty="0">
                <a:solidFill>
                  <a:srgbClr val="0000FF"/>
                </a:solidFill>
                <a:latin typeface="Trebuchet MS" panose="020B0603020202020204" pitchFamily="34" charset="0"/>
              </a:rPr>
              <a:t>double</a:t>
            </a:r>
            <a:r>
              <a:rPr lang="en-US" altLang="en-US" sz="1400" dirty="0">
                <a:latin typeface="Trebuchet MS" panose="020B0603020202020204" pitchFamily="34" charset="0"/>
              </a:rPr>
              <a:t> f2(</a:t>
            </a:r>
            <a:r>
              <a:rPr lang="en-US" altLang="en-US" sz="1400" dirty="0">
                <a:solidFill>
                  <a:srgbClr val="0000FF"/>
                </a:solidFill>
                <a:latin typeface="Trebuchet MS" panose="020B0603020202020204" pitchFamily="34" charset="0"/>
              </a:rPr>
              <a:t>double</a:t>
            </a:r>
            <a:r>
              <a:rPr lang="en-US" altLang="en-US" sz="1400" dirty="0">
                <a:latin typeface="Trebuchet MS" panose="020B0603020202020204" pitchFamily="34" charset="0"/>
              </a:rPr>
              <a:t> k);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400" dirty="0">
                <a:solidFill>
                  <a:srgbClr val="0000FF"/>
                </a:solidFill>
                <a:latin typeface="Trebuchet MS" panose="020B0603020202020204" pitchFamily="34" charset="0"/>
              </a:rPr>
              <a:t>double</a:t>
            </a:r>
            <a:r>
              <a:rPr lang="en-US" altLang="en-US" sz="1400" dirty="0">
                <a:latin typeface="Trebuchet MS" panose="020B0603020202020204" pitchFamily="34" charset="0"/>
              </a:rPr>
              <a:t> formula(</a:t>
            </a:r>
            <a:r>
              <a:rPr lang="en-US" altLang="en-US" sz="1400" dirty="0">
                <a:solidFill>
                  <a:srgbClr val="0000FF"/>
                </a:solidFill>
                <a:latin typeface="Trebuchet MS" panose="020B0603020202020204" pitchFamily="34" charset="0"/>
              </a:rPr>
              <a:t>double</a:t>
            </a:r>
            <a:r>
              <a:rPr lang="en-US" altLang="en-US" sz="1400" dirty="0">
                <a:latin typeface="Trebuchet MS" panose="020B0603020202020204" pitchFamily="34" charset="0"/>
              </a:rPr>
              <a:t> (*</a:t>
            </a:r>
            <a:r>
              <a:rPr lang="en-US" altLang="en-US" sz="1400" dirty="0" err="1">
                <a:latin typeface="Trebuchet MS" panose="020B0603020202020204" pitchFamily="34" charset="0"/>
              </a:rPr>
              <a:t>pf</a:t>
            </a:r>
            <a:r>
              <a:rPr lang="en-US" altLang="en-US" sz="1400" dirty="0">
                <a:latin typeface="Trebuchet MS" panose="020B0603020202020204" pitchFamily="34" charset="0"/>
              </a:rPr>
              <a:t>)(</a:t>
            </a:r>
            <a:r>
              <a:rPr lang="en-US" altLang="en-US" sz="1400" dirty="0">
                <a:solidFill>
                  <a:srgbClr val="0000FF"/>
                </a:solidFill>
                <a:latin typeface="Trebuchet MS" panose="020B0603020202020204" pitchFamily="34" charset="0"/>
              </a:rPr>
              <a:t>double</a:t>
            </a:r>
            <a:r>
              <a:rPr lang="en-US" altLang="en-US" sz="1400" dirty="0">
                <a:latin typeface="Trebuchet MS" panose="020B0603020202020204" pitchFamily="34" charset="0"/>
              </a:rPr>
              <a:t>), </a:t>
            </a:r>
            <a:r>
              <a:rPr lang="en-US" altLang="en-US" sz="1400" dirty="0" err="1">
                <a:solidFill>
                  <a:srgbClr val="0000FF"/>
                </a:solidFill>
                <a:latin typeface="Trebuchet MS" panose="020B0603020202020204" pitchFamily="34" charset="0"/>
              </a:rPr>
              <a:t>int</a:t>
            </a:r>
            <a:r>
              <a:rPr lang="en-US" altLang="en-US" sz="1400" dirty="0">
                <a:latin typeface="Trebuchet MS" panose="020B0603020202020204" pitchFamily="34" charset="0"/>
              </a:rPr>
              <a:t> n);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endParaRPr lang="en-US" altLang="en-US" sz="1400" dirty="0">
              <a:latin typeface="Trebuchet MS" panose="020B0603020202020204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400" dirty="0" err="1">
                <a:solidFill>
                  <a:srgbClr val="0000FF"/>
                </a:solidFill>
                <a:latin typeface="Trebuchet MS" panose="020B0603020202020204" pitchFamily="34" charset="0"/>
              </a:rPr>
              <a:t>int</a:t>
            </a:r>
            <a:r>
              <a:rPr lang="en-US" altLang="en-US" sz="1400" dirty="0">
                <a:latin typeface="Trebuchet MS" panose="020B0603020202020204" pitchFamily="34" charset="0"/>
              </a:rPr>
              <a:t> main(</a:t>
            </a:r>
            <a:r>
              <a:rPr lang="en-US" altLang="en-US" sz="1400" dirty="0">
                <a:solidFill>
                  <a:srgbClr val="0000FF"/>
                </a:solidFill>
                <a:latin typeface="Trebuchet MS" panose="020B0603020202020204" pitchFamily="34" charset="0"/>
              </a:rPr>
              <a:t>void</a:t>
            </a:r>
            <a:r>
              <a:rPr lang="en-US" altLang="en-US" sz="1400" dirty="0">
                <a:latin typeface="Trebuchet MS" panose="020B0603020202020204" pitchFamily="34" charset="0"/>
              </a:rPr>
              <a:t>)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400" dirty="0">
                <a:latin typeface="Trebuchet MS" panose="020B0603020202020204" pitchFamily="34" charset="0"/>
              </a:rPr>
              <a:t>{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400" dirty="0">
                <a:latin typeface="Trebuchet MS" panose="020B0603020202020204" pitchFamily="34" charset="0"/>
              </a:rPr>
              <a:t>	</a:t>
            </a:r>
            <a:r>
              <a:rPr lang="en-US" altLang="en-US" sz="1400" dirty="0" err="1">
                <a:latin typeface="Trebuchet MS" panose="020B0603020202020204" pitchFamily="34" charset="0"/>
              </a:rPr>
              <a:t>printf</a:t>
            </a:r>
            <a:r>
              <a:rPr lang="en-US" altLang="en-US" sz="1400" dirty="0">
                <a:latin typeface="Trebuchet MS" panose="020B0603020202020204" pitchFamily="34" charset="0"/>
              </a:rPr>
              <a:t>(</a:t>
            </a:r>
            <a:r>
              <a:rPr lang="en-US" altLang="en-US" sz="1400" dirty="0">
                <a:solidFill>
                  <a:srgbClr val="800000"/>
                </a:solidFill>
                <a:latin typeface="Trebuchet MS" panose="020B0603020202020204" pitchFamily="34" charset="0"/>
              </a:rPr>
              <a:t>"%f\n"</a:t>
            </a:r>
            <a:r>
              <a:rPr lang="en-US" altLang="en-US" sz="1400" dirty="0">
                <a:latin typeface="Trebuchet MS" panose="020B0603020202020204" pitchFamily="34" charset="0"/>
              </a:rPr>
              <a:t>, formula(f1, 10));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400" dirty="0">
                <a:latin typeface="Trebuchet MS" panose="020B0603020202020204" pitchFamily="34" charset="0"/>
              </a:rPr>
              <a:t>	</a:t>
            </a:r>
            <a:r>
              <a:rPr lang="en-US" altLang="en-US" sz="1400" dirty="0" err="1">
                <a:latin typeface="Trebuchet MS" panose="020B0603020202020204" pitchFamily="34" charset="0"/>
              </a:rPr>
              <a:t>printf</a:t>
            </a:r>
            <a:r>
              <a:rPr lang="en-US" altLang="en-US" sz="1400" dirty="0">
                <a:latin typeface="Trebuchet MS" panose="020B0603020202020204" pitchFamily="34" charset="0"/>
              </a:rPr>
              <a:t>(</a:t>
            </a:r>
            <a:r>
              <a:rPr lang="en-US" altLang="en-US" sz="1400" dirty="0">
                <a:solidFill>
                  <a:srgbClr val="800000"/>
                </a:solidFill>
                <a:latin typeface="Trebuchet MS" panose="020B0603020202020204" pitchFamily="34" charset="0"/>
              </a:rPr>
              <a:t>"%f\n"</a:t>
            </a:r>
            <a:r>
              <a:rPr lang="en-US" altLang="en-US" sz="1400" dirty="0">
                <a:latin typeface="Trebuchet MS" panose="020B0603020202020204" pitchFamily="34" charset="0"/>
              </a:rPr>
              <a:t>, formula(f2, 10));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400" dirty="0">
                <a:latin typeface="Trebuchet MS" panose="020B0603020202020204" pitchFamily="34" charset="0"/>
              </a:rPr>
              <a:t>}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endParaRPr lang="en-US" altLang="en-US" sz="1400" dirty="0">
              <a:latin typeface="Trebuchet MS" panose="020B0603020202020204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400" dirty="0">
                <a:solidFill>
                  <a:srgbClr val="0000FF"/>
                </a:solidFill>
                <a:latin typeface="Trebuchet MS" panose="020B0603020202020204" pitchFamily="34" charset="0"/>
              </a:rPr>
              <a:t>double</a:t>
            </a:r>
            <a:r>
              <a:rPr lang="en-US" altLang="en-US" sz="1400" dirty="0">
                <a:latin typeface="Trebuchet MS" panose="020B0603020202020204" pitchFamily="34" charset="0"/>
              </a:rPr>
              <a:t> formula(</a:t>
            </a:r>
            <a:r>
              <a:rPr lang="en-US" altLang="en-US" sz="1400" dirty="0">
                <a:solidFill>
                  <a:srgbClr val="0000FF"/>
                </a:solidFill>
                <a:latin typeface="Trebuchet MS" panose="020B0603020202020204" pitchFamily="34" charset="0"/>
              </a:rPr>
              <a:t>double</a:t>
            </a:r>
            <a:r>
              <a:rPr lang="en-US" altLang="en-US" sz="1400" dirty="0">
                <a:latin typeface="Trebuchet MS" panose="020B0603020202020204" pitchFamily="34" charset="0"/>
              </a:rPr>
              <a:t> (*</a:t>
            </a:r>
            <a:r>
              <a:rPr lang="en-US" altLang="en-US" sz="1400" dirty="0" err="1">
                <a:latin typeface="Trebuchet MS" panose="020B0603020202020204" pitchFamily="34" charset="0"/>
              </a:rPr>
              <a:t>pf</a:t>
            </a:r>
            <a:r>
              <a:rPr lang="en-US" altLang="en-US" sz="1400" dirty="0">
                <a:latin typeface="Trebuchet MS" panose="020B0603020202020204" pitchFamily="34" charset="0"/>
              </a:rPr>
              <a:t>)(</a:t>
            </a:r>
            <a:r>
              <a:rPr lang="en-US" altLang="en-US" sz="1400" dirty="0">
                <a:solidFill>
                  <a:srgbClr val="0000FF"/>
                </a:solidFill>
                <a:latin typeface="Trebuchet MS" panose="020B0603020202020204" pitchFamily="34" charset="0"/>
              </a:rPr>
              <a:t>double</a:t>
            </a:r>
            <a:r>
              <a:rPr lang="en-US" altLang="en-US" sz="1400" dirty="0">
                <a:latin typeface="Trebuchet MS" panose="020B0603020202020204" pitchFamily="34" charset="0"/>
              </a:rPr>
              <a:t>), </a:t>
            </a:r>
            <a:r>
              <a:rPr lang="en-US" altLang="en-US" sz="1400" dirty="0" err="1">
                <a:solidFill>
                  <a:srgbClr val="0000FF"/>
                </a:solidFill>
                <a:latin typeface="Trebuchet MS" panose="020B0603020202020204" pitchFamily="34" charset="0"/>
              </a:rPr>
              <a:t>int</a:t>
            </a:r>
            <a:r>
              <a:rPr lang="en-US" altLang="en-US" sz="1400" dirty="0">
                <a:latin typeface="Trebuchet MS" panose="020B0603020202020204" pitchFamily="34" charset="0"/>
              </a:rPr>
              <a:t> n)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400" dirty="0">
                <a:latin typeface="Trebuchet MS" panose="020B0603020202020204" pitchFamily="34" charset="0"/>
              </a:rPr>
              <a:t>{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400" dirty="0">
                <a:latin typeface="Trebuchet MS" panose="020B0603020202020204" pitchFamily="34" charset="0"/>
              </a:rPr>
              <a:t>	</a:t>
            </a:r>
            <a:r>
              <a:rPr lang="en-US" altLang="en-US" sz="1400" dirty="0" err="1">
                <a:solidFill>
                  <a:srgbClr val="0000FF"/>
                </a:solidFill>
                <a:latin typeface="Trebuchet MS" panose="020B0603020202020204" pitchFamily="34" charset="0"/>
              </a:rPr>
              <a:t>int</a:t>
            </a:r>
            <a:r>
              <a:rPr lang="en-US" altLang="en-US" sz="1400" dirty="0">
                <a:latin typeface="Trebuchet MS" panose="020B0603020202020204" pitchFamily="34" charset="0"/>
              </a:rPr>
              <a:t> </a:t>
            </a:r>
            <a:r>
              <a:rPr lang="en-US" altLang="en-US" sz="1400" dirty="0" err="1">
                <a:latin typeface="Trebuchet MS" panose="020B0603020202020204" pitchFamily="34" charset="0"/>
              </a:rPr>
              <a:t>i</a:t>
            </a:r>
            <a:r>
              <a:rPr lang="en-US" altLang="en-US" sz="1400" dirty="0">
                <a:latin typeface="Trebuchet MS" panose="020B0603020202020204" pitchFamily="34" charset="0"/>
              </a:rPr>
              <a:t>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400" dirty="0">
                <a:latin typeface="Trebuchet MS" panose="020B0603020202020204" pitchFamily="34" charset="0"/>
              </a:rPr>
              <a:t>	</a:t>
            </a:r>
            <a:r>
              <a:rPr lang="en-US" altLang="en-US" sz="1400" dirty="0">
                <a:solidFill>
                  <a:srgbClr val="0000FF"/>
                </a:solidFill>
                <a:latin typeface="Trebuchet MS" panose="020B0603020202020204" pitchFamily="34" charset="0"/>
              </a:rPr>
              <a:t>double</a:t>
            </a:r>
            <a:r>
              <a:rPr lang="en-US" altLang="en-US" sz="1400" dirty="0">
                <a:latin typeface="Trebuchet MS" panose="020B0603020202020204" pitchFamily="34" charset="0"/>
              </a:rPr>
              <a:t> sum = 0.0;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endParaRPr lang="en-US" altLang="en-US" sz="1400" dirty="0">
              <a:latin typeface="Trebuchet MS" panose="020B0603020202020204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400" dirty="0">
                <a:latin typeface="Trebuchet MS" panose="020B0603020202020204" pitchFamily="34" charset="0"/>
              </a:rPr>
              <a:t>	</a:t>
            </a:r>
            <a:r>
              <a:rPr lang="en-US" altLang="en-US" sz="1400" dirty="0">
                <a:solidFill>
                  <a:srgbClr val="0000FF"/>
                </a:solidFill>
                <a:latin typeface="Trebuchet MS" panose="020B0603020202020204" pitchFamily="34" charset="0"/>
              </a:rPr>
              <a:t>for</a:t>
            </a:r>
            <a:r>
              <a:rPr lang="en-US" altLang="en-US" sz="1400" dirty="0">
                <a:latin typeface="Trebuchet MS" panose="020B0603020202020204" pitchFamily="34" charset="0"/>
              </a:rPr>
              <a:t>(</a:t>
            </a:r>
            <a:r>
              <a:rPr lang="en-US" altLang="en-US" sz="1400" dirty="0" err="1">
                <a:latin typeface="Trebuchet MS" panose="020B0603020202020204" pitchFamily="34" charset="0"/>
              </a:rPr>
              <a:t>i</a:t>
            </a:r>
            <a:r>
              <a:rPr lang="en-US" altLang="en-US" sz="1400" dirty="0">
                <a:latin typeface="Trebuchet MS" panose="020B0603020202020204" pitchFamily="34" charset="0"/>
              </a:rPr>
              <a:t> = 1; </a:t>
            </a:r>
            <a:r>
              <a:rPr lang="en-US" altLang="en-US" sz="1400" dirty="0" err="1">
                <a:latin typeface="Trebuchet MS" panose="020B0603020202020204" pitchFamily="34" charset="0"/>
              </a:rPr>
              <a:t>i</a:t>
            </a:r>
            <a:r>
              <a:rPr lang="en-US" altLang="en-US" sz="1400" dirty="0">
                <a:latin typeface="Trebuchet MS" panose="020B0603020202020204" pitchFamily="34" charset="0"/>
              </a:rPr>
              <a:t> &lt; n; </a:t>
            </a:r>
            <a:r>
              <a:rPr lang="en-US" altLang="en-US" sz="1400" dirty="0" err="1">
                <a:latin typeface="Trebuchet MS" panose="020B0603020202020204" pitchFamily="34" charset="0"/>
              </a:rPr>
              <a:t>i</a:t>
            </a:r>
            <a:r>
              <a:rPr lang="en-US" altLang="en-US" sz="1400" dirty="0">
                <a:latin typeface="Trebuchet MS" panose="020B0603020202020204" pitchFamily="34" charset="0"/>
              </a:rPr>
              <a:t>++)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400" dirty="0">
                <a:latin typeface="Trebuchet MS" panose="020B0603020202020204" pitchFamily="34" charset="0"/>
              </a:rPr>
              <a:t>		sum += </a:t>
            </a:r>
            <a:r>
              <a:rPr lang="en-US" altLang="en-US" sz="1400" dirty="0" err="1">
                <a:latin typeface="Trebuchet MS" panose="020B0603020202020204" pitchFamily="34" charset="0"/>
              </a:rPr>
              <a:t>pf</a:t>
            </a:r>
            <a:r>
              <a:rPr lang="en-US" altLang="en-US" sz="1400" dirty="0">
                <a:latin typeface="Trebuchet MS" panose="020B0603020202020204" pitchFamily="34" charset="0"/>
              </a:rPr>
              <a:t>(</a:t>
            </a:r>
            <a:r>
              <a:rPr lang="en-US" altLang="en-US" sz="1400" dirty="0" err="1">
                <a:latin typeface="Trebuchet MS" panose="020B0603020202020204" pitchFamily="34" charset="0"/>
              </a:rPr>
              <a:t>i</a:t>
            </a:r>
            <a:r>
              <a:rPr lang="en-US" altLang="en-US" sz="1400" dirty="0">
                <a:latin typeface="Trebuchet MS" panose="020B0603020202020204" pitchFamily="34" charset="0"/>
              </a:rPr>
              <a:t>) * </a:t>
            </a:r>
            <a:r>
              <a:rPr lang="en-US" altLang="en-US" sz="1400" dirty="0" err="1">
                <a:latin typeface="Trebuchet MS" panose="020B0603020202020204" pitchFamily="34" charset="0"/>
              </a:rPr>
              <a:t>pf</a:t>
            </a:r>
            <a:r>
              <a:rPr lang="en-US" altLang="en-US" sz="1400" dirty="0">
                <a:latin typeface="Trebuchet MS" panose="020B0603020202020204" pitchFamily="34" charset="0"/>
              </a:rPr>
              <a:t>(</a:t>
            </a:r>
            <a:r>
              <a:rPr lang="en-US" altLang="en-US" sz="1400" dirty="0" err="1">
                <a:latin typeface="Trebuchet MS" panose="020B0603020202020204" pitchFamily="34" charset="0"/>
              </a:rPr>
              <a:t>i</a:t>
            </a:r>
            <a:r>
              <a:rPr lang="en-US" altLang="en-US" sz="1400" dirty="0">
                <a:latin typeface="Trebuchet MS" panose="020B0603020202020204" pitchFamily="34" charset="0"/>
              </a:rPr>
              <a:t>) + </a:t>
            </a:r>
            <a:r>
              <a:rPr lang="en-US" altLang="en-US" sz="1400" dirty="0" err="1">
                <a:latin typeface="Trebuchet MS" panose="020B0603020202020204" pitchFamily="34" charset="0"/>
              </a:rPr>
              <a:t>pf</a:t>
            </a:r>
            <a:r>
              <a:rPr lang="en-US" altLang="en-US" sz="1400" dirty="0">
                <a:latin typeface="Trebuchet MS" panose="020B0603020202020204" pitchFamily="34" charset="0"/>
              </a:rPr>
              <a:t>(</a:t>
            </a:r>
            <a:r>
              <a:rPr lang="en-US" altLang="en-US" sz="1400" dirty="0" err="1">
                <a:latin typeface="Trebuchet MS" panose="020B0603020202020204" pitchFamily="34" charset="0"/>
              </a:rPr>
              <a:t>i</a:t>
            </a:r>
            <a:r>
              <a:rPr lang="en-US" altLang="en-US" sz="1400" dirty="0">
                <a:latin typeface="Trebuchet MS" panose="020B0603020202020204" pitchFamily="34" charset="0"/>
              </a:rPr>
              <a:t>) + 1;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400" dirty="0">
                <a:latin typeface="Trebuchet MS" panose="020B0603020202020204" pitchFamily="34" charset="0"/>
              </a:rPr>
              <a:t>	</a:t>
            </a:r>
            <a:r>
              <a:rPr lang="en-US" altLang="en-US" sz="1400" dirty="0">
                <a:solidFill>
                  <a:srgbClr val="0000FF"/>
                </a:solidFill>
                <a:latin typeface="Trebuchet MS" panose="020B0603020202020204" pitchFamily="34" charset="0"/>
              </a:rPr>
              <a:t>return</a:t>
            </a:r>
            <a:r>
              <a:rPr lang="en-US" altLang="en-US" sz="1400" dirty="0">
                <a:latin typeface="Trebuchet MS" panose="020B0603020202020204" pitchFamily="34" charset="0"/>
              </a:rPr>
              <a:t> sum;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400" dirty="0">
                <a:latin typeface="Trebuchet MS" panose="020B0603020202020204" pitchFamily="34" charset="0"/>
              </a:rPr>
              <a:t>}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endParaRPr lang="en-US" altLang="en-US" sz="1400" dirty="0">
              <a:latin typeface="Trebuchet MS" panose="020B0603020202020204" pitchFamily="34" charset="0"/>
            </a:endParaRPr>
          </a:p>
        </p:txBody>
      </p:sp>
      <p:sp>
        <p:nvSpPr>
          <p:cNvPr id="19460" name="Rectangle 4"/>
          <p:cNvSpPr>
            <a:spLocks noChangeArrowheads="1"/>
          </p:cNvSpPr>
          <p:nvPr/>
        </p:nvSpPr>
        <p:spPr bwMode="auto">
          <a:xfrm>
            <a:off x="0" y="30257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19461" name="Rectangle 5"/>
          <p:cNvSpPr>
            <a:spLocks noChangeArrowheads="1"/>
          </p:cNvSpPr>
          <p:nvPr/>
        </p:nvSpPr>
        <p:spPr bwMode="auto">
          <a:xfrm>
            <a:off x="0" y="31273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19462" name="Rectangle 6"/>
          <p:cNvSpPr>
            <a:spLocks noChangeArrowheads="1"/>
          </p:cNvSpPr>
          <p:nvPr/>
        </p:nvSpPr>
        <p:spPr bwMode="auto">
          <a:xfrm>
            <a:off x="0" y="30908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19463" name="Rectangle 7"/>
          <p:cNvSpPr>
            <a:spLocks noChangeArrowheads="1"/>
          </p:cNvSpPr>
          <p:nvPr/>
        </p:nvSpPr>
        <p:spPr bwMode="auto">
          <a:xfrm>
            <a:off x="468313" y="39338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19464" name="Rectangle 8"/>
          <p:cNvSpPr>
            <a:spLocks noChangeArrowheads="1"/>
          </p:cNvSpPr>
          <p:nvPr/>
        </p:nvSpPr>
        <p:spPr bwMode="auto">
          <a:xfrm>
            <a:off x="0" y="31337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19465" name="Rectangle 9"/>
          <p:cNvSpPr>
            <a:spLocks noChangeArrowheads="1"/>
          </p:cNvSpPr>
          <p:nvPr/>
        </p:nvSpPr>
        <p:spPr bwMode="auto">
          <a:xfrm>
            <a:off x="0" y="19272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19466" name="Rectangle 12"/>
          <p:cNvSpPr>
            <a:spLocks noChangeArrowheads="1"/>
          </p:cNvSpPr>
          <p:nvPr/>
        </p:nvSpPr>
        <p:spPr bwMode="auto">
          <a:xfrm>
            <a:off x="0" y="32575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grpSp>
        <p:nvGrpSpPr>
          <p:cNvPr id="4" name="그룹 3"/>
          <p:cNvGrpSpPr>
            <a:grpSpLocks/>
          </p:cNvGrpSpPr>
          <p:nvPr/>
        </p:nvGrpSpPr>
        <p:grpSpPr bwMode="auto">
          <a:xfrm>
            <a:off x="5316538" y="4670425"/>
            <a:ext cx="2592387" cy="647700"/>
            <a:chOff x="5439182" y="4720194"/>
            <a:chExt cx="2592065" cy="648072"/>
          </a:xfrm>
        </p:grpSpPr>
        <p:sp>
          <p:nvSpPr>
            <p:cNvPr id="2" name="모서리가 둥근 직사각형 1"/>
            <p:cNvSpPr/>
            <p:nvPr/>
          </p:nvSpPr>
          <p:spPr>
            <a:xfrm>
              <a:off x="5439182" y="4720194"/>
              <a:ext cx="2592065" cy="648072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pic>
          <p:nvPicPr>
            <p:cNvPr id="19471" name="Picture 21"/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9201" y="4741749"/>
              <a:ext cx="2232025" cy="6080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cxnSp>
        <p:nvCxnSpPr>
          <p:cNvPr id="6" name="직선 화살표 연결선 5"/>
          <p:cNvCxnSpPr/>
          <p:nvPr/>
        </p:nvCxnSpPr>
        <p:spPr>
          <a:xfrm flipH="1">
            <a:off x="4572000" y="4995863"/>
            <a:ext cx="744539" cy="593377"/>
          </a:xfrm>
          <a:prstGeom prst="straightConnector1">
            <a:avLst/>
          </a:prstGeom>
          <a:ln w="22225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Lab 6: </a:t>
            </a:r>
            <a:r>
              <a:rPr lang="ko-KR" altLang="en-US" dirty="0" err="1"/>
              <a:t>인수로서의</a:t>
            </a:r>
            <a:r>
              <a:rPr lang="ko-KR" altLang="en-US" dirty="0"/>
              <a:t> </a:t>
            </a:r>
            <a:r>
              <a:rPr lang="ko-KR" altLang="en-US" dirty="0" err="1"/>
              <a:t>함수포인터</a:t>
            </a:r>
            <a:endParaRPr lang="en-US" altLang="ko-KR" dirty="0"/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827584" y="1916609"/>
            <a:ext cx="7777162" cy="2592511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>
                      <a:alpha val="50000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solidFill>
                  <a:srgbClr val="0000FF"/>
                </a:solidFill>
                <a:latin typeface="Trebuchet MS" panose="020B0603020202020204" pitchFamily="34" charset="0"/>
              </a:rPr>
              <a:t>double</a:t>
            </a:r>
            <a:r>
              <a:rPr lang="en-US" altLang="en-US" sz="1600" dirty="0">
                <a:latin typeface="Trebuchet MS" panose="020B0603020202020204" pitchFamily="34" charset="0"/>
              </a:rPr>
              <a:t> f1(</a:t>
            </a:r>
            <a:r>
              <a:rPr lang="en-US" altLang="en-US" sz="1600" dirty="0">
                <a:solidFill>
                  <a:srgbClr val="0000FF"/>
                </a:solidFill>
                <a:latin typeface="Trebuchet MS" panose="020B0603020202020204" pitchFamily="34" charset="0"/>
              </a:rPr>
              <a:t>double</a:t>
            </a:r>
            <a:r>
              <a:rPr lang="en-US" altLang="en-US" sz="1600" dirty="0">
                <a:latin typeface="Trebuchet MS" panose="020B0603020202020204" pitchFamily="34" charset="0"/>
              </a:rPr>
              <a:t> k)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anose="020B0603020202020204" pitchFamily="34" charset="0"/>
              </a:rPr>
              <a:t>{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anose="020B0603020202020204" pitchFamily="34" charset="0"/>
              </a:rPr>
              <a:t>	</a:t>
            </a:r>
            <a:r>
              <a:rPr lang="en-US" altLang="en-US" sz="1600" dirty="0">
                <a:solidFill>
                  <a:srgbClr val="0000FF"/>
                </a:solidFill>
                <a:latin typeface="Trebuchet MS" panose="020B0603020202020204" pitchFamily="34" charset="0"/>
              </a:rPr>
              <a:t>return</a:t>
            </a:r>
            <a:r>
              <a:rPr lang="en-US" altLang="en-US" sz="1600" dirty="0">
                <a:latin typeface="Trebuchet MS" panose="020B0603020202020204" pitchFamily="34" charset="0"/>
              </a:rPr>
              <a:t> 1.0 / k;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anose="020B0603020202020204" pitchFamily="34" charset="0"/>
              </a:rPr>
              <a:t>}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endParaRPr lang="en-US" altLang="en-US" sz="1600" dirty="0">
              <a:latin typeface="Trebuchet MS" panose="020B0603020202020204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solidFill>
                  <a:srgbClr val="0000FF"/>
                </a:solidFill>
                <a:latin typeface="Trebuchet MS" panose="020B0603020202020204" pitchFamily="34" charset="0"/>
              </a:rPr>
              <a:t>double</a:t>
            </a:r>
            <a:r>
              <a:rPr lang="en-US" altLang="en-US" sz="1600" dirty="0">
                <a:latin typeface="Trebuchet MS" panose="020B0603020202020204" pitchFamily="34" charset="0"/>
              </a:rPr>
              <a:t> f2(</a:t>
            </a:r>
            <a:r>
              <a:rPr lang="en-US" altLang="en-US" sz="1600" dirty="0">
                <a:solidFill>
                  <a:srgbClr val="0000FF"/>
                </a:solidFill>
                <a:latin typeface="Trebuchet MS" panose="020B0603020202020204" pitchFamily="34" charset="0"/>
              </a:rPr>
              <a:t>double</a:t>
            </a:r>
            <a:r>
              <a:rPr lang="en-US" altLang="en-US" sz="1600" dirty="0">
                <a:latin typeface="Trebuchet MS" panose="020B0603020202020204" pitchFamily="34" charset="0"/>
              </a:rPr>
              <a:t> k)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anose="020B0603020202020204" pitchFamily="34" charset="0"/>
              </a:rPr>
              <a:t>{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anose="020B0603020202020204" pitchFamily="34" charset="0"/>
              </a:rPr>
              <a:t>	</a:t>
            </a:r>
            <a:r>
              <a:rPr lang="en-US" altLang="en-US" sz="1600" dirty="0">
                <a:solidFill>
                  <a:srgbClr val="0000FF"/>
                </a:solidFill>
                <a:latin typeface="Trebuchet MS" panose="020B0603020202020204" pitchFamily="34" charset="0"/>
              </a:rPr>
              <a:t>return</a:t>
            </a:r>
            <a:r>
              <a:rPr lang="en-US" altLang="en-US" sz="1600" dirty="0">
                <a:latin typeface="Trebuchet MS" panose="020B0603020202020204" pitchFamily="34" charset="0"/>
              </a:rPr>
              <a:t> </a:t>
            </a:r>
            <a:r>
              <a:rPr lang="en-US" altLang="en-US" sz="1600" dirty="0" err="1">
                <a:latin typeface="Trebuchet MS" panose="020B0603020202020204" pitchFamily="34" charset="0"/>
              </a:rPr>
              <a:t>cos</a:t>
            </a:r>
            <a:r>
              <a:rPr lang="en-US" altLang="en-US" sz="1600" dirty="0">
                <a:latin typeface="Trebuchet MS" panose="020B0603020202020204" pitchFamily="34" charset="0"/>
              </a:rPr>
              <a:t>(k);</a:t>
            </a:r>
            <a:endParaRPr lang="en-US" altLang="ko-KR" sz="1600" dirty="0">
              <a:latin typeface="Trebuchet MS" panose="020B0603020202020204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ko-KR" sz="1600" dirty="0">
                <a:latin typeface="Trebuchet MS" panose="020B0603020202020204" pitchFamily="34" charset="0"/>
              </a:rPr>
              <a:t>}</a:t>
            </a:r>
            <a:endParaRPr lang="en-US" altLang="en-US" sz="1600" dirty="0">
              <a:latin typeface="Trebuchet MS" panose="020B0603020202020204" pitchFamily="34" charset="0"/>
            </a:endParaRPr>
          </a:p>
        </p:txBody>
      </p:sp>
      <p:sp>
        <p:nvSpPr>
          <p:cNvPr id="20487" name="Rectangle 7"/>
          <p:cNvSpPr>
            <a:spLocks noChangeArrowheads="1"/>
          </p:cNvSpPr>
          <p:nvPr/>
        </p:nvSpPr>
        <p:spPr bwMode="auto">
          <a:xfrm>
            <a:off x="179884" y="4797921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642D31E0-59D9-4496-840E-79D237F23096}"/>
              </a:ext>
            </a:extLst>
          </p:cNvPr>
          <p:cNvGrpSpPr/>
          <p:nvPr/>
        </p:nvGrpSpPr>
        <p:grpSpPr>
          <a:xfrm>
            <a:off x="862749" y="4869160"/>
            <a:ext cx="7741997" cy="981537"/>
            <a:chOff x="5038165" y="815788"/>
            <a:chExt cx="3663880" cy="1316231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50BC28D2-B8D3-454E-8A00-2A6388A5FE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56679" y="1781959"/>
              <a:ext cx="745785" cy="350060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62B0B5B6-B629-4340-B686-BA9804A780A0}"/>
                </a:ext>
              </a:extLst>
            </p:cNvPr>
            <p:cNvSpPr/>
            <p:nvPr/>
          </p:nvSpPr>
          <p:spPr>
            <a:xfrm>
              <a:off x="5038165" y="815788"/>
              <a:ext cx="3663880" cy="1123893"/>
            </a:xfrm>
            <a:prstGeom prst="rect">
              <a:avLst/>
            </a:prstGeom>
            <a:solidFill>
              <a:srgbClr val="1F6EA7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dirty="0">
                  <a:latin typeface="Trebuchet MS" panose="020B0603020202020204" pitchFamily="34" charset="0"/>
                  <a:ea typeface="HY엽서L" pitchFamily="18" charset="-127"/>
                </a:rPr>
                <a:t>13.368736</a:t>
              </a:r>
            </a:p>
            <a:p>
              <a:pPr algn="just"/>
              <a:r>
                <a:rPr lang="en-US" altLang="ko-KR" sz="1400" dirty="0">
                  <a:latin typeface="Trebuchet MS" panose="020B0603020202020204" pitchFamily="34" charset="0"/>
                  <a:ea typeface="HY엽서L" pitchFamily="18" charset="-127"/>
                </a:rPr>
                <a:t>12.716152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Lab </a:t>
            </a:r>
            <a:r>
              <a:rPr lang="en-US" altLang="ko-KR" dirty="0" smtClean="0"/>
              <a:t>7: </a:t>
            </a:r>
            <a:r>
              <a:rPr lang="ko-KR" altLang="en-US" dirty="0" smtClean="0"/>
              <a:t>포인터를 </a:t>
            </a:r>
            <a:r>
              <a:rPr lang="ko-KR" altLang="en-US" dirty="0"/>
              <a:t>이용한 배열 원소 방문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ko-KR" altLang="en-US" dirty="0" smtClean="0"/>
              <a:t>다음 함수를 이용하여 배열 한 행의 </a:t>
            </a:r>
            <a:r>
              <a:rPr lang="ko-KR" altLang="en-US" dirty="0" smtClean="0"/>
              <a:t>평균을 </a:t>
            </a:r>
            <a:r>
              <a:rPr lang="ko-KR" altLang="en-US" dirty="0" smtClean="0"/>
              <a:t>구하는 프로그램을 작성하시오</a:t>
            </a:r>
            <a:endParaRPr lang="ko-KR" altLang="en-US" dirty="0"/>
          </a:p>
        </p:txBody>
      </p:sp>
      <p:sp>
        <p:nvSpPr>
          <p:cNvPr id="26629" name="Rectangle 6"/>
          <p:cNvSpPr>
            <a:spLocks noChangeArrowheads="1"/>
          </p:cNvSpPr>
          <p:nvPr/>
        </p:nvSpPr>
        <p:spPr bwMode="auto">
          <a:xfrm>
            <a:off x="0" y="20732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728996" y="2276871"/>
            <a:ext cx="4321175" cy="3819127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>
                      <a:alpha val="50000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solidFill>
                  <a:srgbClr val="0000FF"/>
                </a:solidFill>
                <a:latin typeface="Trebuchet MS" pitchFamily="34" charset="0"/>
              </a:rPr>
              <a:t>double</a:t>
            </a:r>
            <a:r>
              <a:rPr lang="en-US" altLang="en-US" sz="1600" dirty="0">
                <a:latin typeface="Trebuchet MS" pitchFamily="34" charset="0"/>
              </a:rPr>
              <a:t> </a:t>
            </a:r>
            <a:r>
              <a:rPr lang="en-US" altLang="en-US" sz="1600" dirty="0" err="1">
                <a:latin typeface="Trebuchet MS" pitchFamily="34" charset="0"/>
              </a:rPr>
              <a:t>get_row_avg</a:t>
            </a:r>
            <a:r>
              <a:rPr lang="en-US" altLang="en-US" sz="1600" dirty="0">
                <a:latin typeface="Trebuchet MS" pitchFamily="34" charset="0"/>
              </a:rPr>
              <a:t>(</a:t>
            </a:r>
            <a:r>
              <a:rPr lang="en-US" altLang="en-US" sz="1600" dirty="0" err="1">
                <a:solidFill>
                  <a:srgbClr val="0000FF"/>
                </a:solidFill>
                <a:latin typeface="Trebuchet MS" pitchFamily="34" charset="0"/>
              </a:rPr>
              <a:t>int</a:t>
            </a:r>
            <a:r>
              <a:rPr lang="en-US" altLang="en-US" sz="1600" dirty="0">
                <a:latin typeface="Trebuchet MS" pitchFamily="34" charset="0"/>
              </a:rPr>
              <a:t> m[][COLS], </a:t>
            </a:r>
            <a:r>
              <a:rPr lang="en-US" altLang="en-US" sz="1600" dirty="0" err="1">
                <a:solidFill>
                  <a:srgbClr val="0000FF"/>
                </a:solidFill>
                <a:latin typeface="Trebuchet MS" pitchFamily="34" charset="0"/>
              </a:rPr>
              <a:t>int</a:t>
            </a:r>
            <a:r>
              <a:rPr lang="en-US" altLang="en-US" sz="1600" dirty="0">
                <a:latin typeface="Trebuchet MS" pitchFamily="34" charset="0"/>
              </a:rPr>
              <a:t> r)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itchFamily="34" charset="0"/>
              </a:rPr>
              <a:t>{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itchFamily="34" charset="0"/>
              </a:rPr>
              <a:t>	</a:t>
            </a:r>
            <a:r>
              <a:rPr lang="en-US" altLang="en-US" sz="1600" dirty="0" err="1">
                <a:solidFill>
                  <a:srgbClr val="0000FF"/>
                </a:solidFill>
                <a:latin typeface="Trebuchet MS" pitchFamily="34" charset="0"/>
              </a:rPr>
              <a:t>int</a:t>
            </a:r>
            <a:r>
              <a:rPr lang="en-US" altLang="en-US" sz="1600" dirty="0">
                <a:latin typeface="Trebuchet MS" pitchFamily="34" charset="0"/>
              </a:rPr>
              <a:t> *p, *</a:t>
            </a:r>
            <a:r>
              <a:rPr lang="en-US" altLang="en-US" sz="1600" dirty="0" err="1">
                <a:latin typeface="Trebuchet MS" pitchFamily="34" charset="0"/>
              </a:rPr>
              <a:t>endp</a:t>
            </a:r>
            <a:r>
              <a:rPr lang="en-US" altLang="en-US" sz="1600" dirty="0">
                <a:latin typeface="Trebuchet MS" pitchFamily="34" charset="0"/>
              </a:rPr>
              <a:t>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itchFamily="34" charset="0"/>
              </a:rPr>
              <a:t>	</a:t>
            </a:r>
            <a:r>
              <a:rPr lang="en-US" altLang="en-US" sz="1600" dirty="0">
                <a:solidFill>
                  <a:srgbClr val="0000FF"/>
                </a:solidFill>
                <a:latin typeface="Trebuchet MS" pitchFamily="34" charset="0"/>
              </a:rPr>
              <a:t>double</a:t>
            </a:r>
            <a:r>
              <a:rPr lang="en-US" altLang="en-US" sz="1600" dirty="0">
                <a:latin typeface="Trebuchet MS" pitchFamily="34" charset="0"/>
              </a:rPr>
              <a:t> sum = 0.0;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endParaRPr lang="en-US" altLang="en-US" sz="1600" dirty="0">
              <a:latin typeface="Trebuchet MS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itchFamily="34" charset="0"/>
              </a:rPr>
              <a:t>	p = &amp;m[r][0];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itchFamily="34" charset="0"/>
              </a:rPr>
              <a:t>	</a:t>
            </a:r>
            <a:r>
              <a:rPr lang="en-US" altLang="en-US" sz="1600" dirty="0" err="1">
                <a:latin typeface="Trebuchet MS" pitchFamily="34" charset="0"/>
              </a:rPr>
              <a:t>endp</a:t>
            </a:r>
            <a:r>
              <a:rPr lang="en-US" altLang="en-US" sz="1600" dirty="0">
                <a:latin typeface="Trebuchet MS" pitchFamily="34" charset="0"/>
              </a:rPr>
              <a:t> = &amp;m[r][</a:t>
            </a:r>
            <a:r>
              <a:rPr lang="en-US" altLang="en-US" sz="1600" dirty="0" smtClean="0">
                <a:latin typeface="Trebuchet MS" pitchFamily="34" charset="0"/>
              </a:rPr>
              <a:t>COLS-1];</a:t>
            </a:r>
            <a:endParaRPr lang="en-US" altLang="en-US" sz="1600" dirty="0">
              <a:latin typeface="Trebuchet MS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endParaRPr lang="en-US" altLang="en-US" sz="1600" dirty="0">
              <a:latin typeface="Trebuchet MS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itchFamily="34" charset="0"/>
              </a:rPr>
              <a:t>	</a:t>
            </a:r>
            <a:r>
              <a:rPr lang="en-US" altLang="en-US" sz="1600" dirty="0">
                <a:solidFill>
                  <a:srgbClr val="0000FF"/>
                </a:solidFill>
                <a:latin typeface="Trebuchet MS" pitchFamily="34" charset="0"/>
              </a:rPr>
              <a:t>while</a:t>
            </a:r>
            <a:r>
              <a:rPr lang="en-US" altLang="en-US" sz="1600" dirty="0">
                <a:latin typeface="Trebuchet MS" pitchFamily="34" charset="0"/>
              </a:rPr>
              <a:t>( p </a:t>
            </a:r>
            <a:r>
              <a:rPr lang="en-US" altLang="en-US" sz="1600" dirty="0" smtClean="0">
                <a:latin typeface="Trebuchet MS" pitchFamily="34" charset="0"/>
              </a:rPr>
              <a:t>&lt;= </a:t>
            </a:r>
            <a:r>
              <a:rPr lang="en-US" altLang="en-US" sz="1600" dirty="0" err="1">
                <a:latin typeface="Trebuchet MS" pitchFamily="34" charset="0"/>
              </a:rPr>
              <a:t>endp</a:t>
            </a:r>
            <a:r>
              <a:rPr lang="en-US" altLang="en-US" sz="1600" dirty="0">
                <a:latin typeface="Trebuchet MS" pitchFamily="34" charset="0"/>
              </a:rPr>
              <a:t> )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itchFamily="34" charset="0"/>
              </a:rPr>
              <a:t>		sum += *p++;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endParaRPr lang="en-US" altLang="en-US" sz="1600" dirty="0">
              <a:latin typeface="Trebuchet MS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itchFamily="34" charset="0"/>
              </a:rPr>
              <a:t>	sum /= COLS;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itchFamily="34" charset="0"/>
              </a:rPr>
              <a:t>	</a:t>
            </a:r>
            <a:r>
              <a:rPr lang="en-US" altLang="en-US" sz="1600" dirty="0">
                <a:solidFill>
                  <a:srgbClr val="0000FF"/>
                </a:solidFill>
                <a:latin typeface="Trebuchet MS" pitchFamily="34" charset="0"/>
              </a:rPr>
              <a:t>return</a:t>
            </a:r>
            <a:r>
              <a:rPr lang="en-US" altLang="en-US" sz="1600" dirty="0">
                <a:latin typeface="Trebuchet MS" pitchFamily="34" charset="0"/>
              </a:rPr>
              <a:t> sum;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itchFamily="34" charset="0"/>
              </a:rPr>
              <a:t>}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5292080" y="2136339"/>
            <a:ext cx="3688904" cy="21544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dirty="0" smtClean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예</a:t>
            </a:r>
            <a:r>
              <a:rPr lang="en-US" altLang="ko-KR" sz="1400" dirty="0" smtClean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</a:t>
            </a:r>
            <a:endParaRPr lang="en-US" altLang="ko-KR" sz="1400" dirty="0">
              <a:solidFill>
                <a:srgbClr val="0000FF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 dirty="0"/>
              <a:t>void main(void)</a:t>
            </a:r>
          </a:p>
          <a:p>
            <a:r>
              <a:rPr lang="en-US" altLang="ko-KR" sz="1200" dirty="0"/>
              <a:t>{</a:t>
            </a:r>
          </a:p>
          <a:p>
            <a:r>
              <a:rPr lang="en-US" altLang="ko-KR" sz="1200" dirty="0" smtClean="0"/>
              <a:t>	</a:t>
            </a:r>
            <a:r>
              <a:rPr lang="en-US" altLang="ko-KR" sz="1200" dirty="0" err="1" smtClean="0"/>
              <a:t>int</a:t>
            </a:r>
            <a:r>
              <a:rPr lang="en-US" altLang="ko-KR" sz="1200" dirty="0" smtClean="0"/>
              <a:t> </a:t>
            </a:r>
            <a:r>
              <a:rPr lang="en-US" altLang="ko-KR" sz="1200" dirty="0"/>
              <a:t>a[3][3] = </a:t>
            </a:r>
            <a:r>
              <a:rPr lang="en-US" altLang="ko-KR" sz="1200" dirty="0" smtClean="0"/>
              <a:t>	{ </a:t>
            </a:r>
            <a:r>
              <a:rPr lang="en-US" altLang="ko-KR" sz="1200" dirty="0"/>
              <a:t>{1,2,3},{4,5,6},{</a:t>
            </a:r>
            <a:r>
              <a:rPr lang="en-US" altLang="ko-KR" sz="1200" dirty="0" smtClean="0"/>
              <a:t>7,8,9</a:t>
            </a:r>
            <a:r>
              <a:rPr lang="en-US" altLang="ko-KR" sz="1200" dirty="0"/>
              <a:t>} };</a:t>
            </a:r>
          </a:p>
          <a:p>
            <a:endParaRPr lang="ko-KR" altLang="en-US" sz="1200" dirty="0"/>
          </a:p>
          <a:p>
            <a:r>
              <a:rPr lang="en-US" altLang="ko-KR" sz="1200" dirty="0" smtClean="0"/>
              <a:t>	double res </a:t>
            </a:r>
            <a:r>
              <a:rPr lang="en-US" altLang="ko-KR" sz="1200" dirty="0"/>
              <a:t>= </a:t>
            </a:r>
            <a:r>
              <a:rPr lang="en-US" altLang="ko-KR" sz="1200" dirty="0" smtClean="0"/>
              <a:t>	</a:t>
            </a:r>
            <a:r>
              <a:rPr lang="en-US" altLang="ko-KR" sz="1200" dirty="0" err="1" smtClean="0"/>
              <a:t>get_row_avg</a:t>
            </a:r>
            <a:r>
              <a:rPr lang="en-US" altLang="ko-KR" sz="1200" dirty="0" smtClean="0"/>
              <a:t>(a</a:t>
            </a:r>
            <a:r>
              <a:rPr lang="en-US" altLang="ko-KR" sz="1200" dirty="0"/>
              <a:t>, 1);</a:t>
            </a:r>
          </a:p>
          <a:p>
            <a:endParaRPr lang="ko-KR" altLang="en-US" sz="1200" dirty="0"/>
          </a:p>
          <a:p>
            <a:r>
              <a:rPr lang="en-US" altLang="ko-KR" sz="1200" dirty="0" smtClean="0"/>
              <a:t>	</a:t>
            </a:r>
            <a:r>
              <a:rPr lang="en-US" altLang="ko-KR" sz="1200" dirty="0" err="1" smtClean="0"/>
              <a:t>printf</a:t>
            </a:r>
            <a:r>
              <a:rPr lang="en-US" altLang="ko-KR" sz="1200" dirty="0" smtClean="0"/>
              <a:t>(“res: </a:t>
            </a:r>
            <a:r>
              <a:rPr lang="en-US" altLang="ko-KR" sz="1200" dirty="0"/>
              <a:t>%f", </a:t>
            </a:r>
            <a:r>
              <a:rPr lang="en-US" altLang="ko-KR" sz="1200" dirty="0" smtClean="0"/>
              <a:t>res);</a:t>
            </a:r>
            <a:endParaRPr lang="en-US" altLang="ko-KR" sz="1200" dirty="0"/>
          </a:p>
          <a:p>
            <a:r>
              <a:rPr lang="en-US" altLang="ko-KR" sz="1200" dirty="0"/>
              <a:t>}</a:t>
            </a:r>
            <a:endParaRPr lang="ko-KR" altLang="en-US" sz="105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Lab </a:t>
            </a:r>
            <a:r>
              <a:rPr lang="en-US" altLang="ko-KR" dirty="0" smtClean="0"/>
              <a:t>8: </a:t>
            </a:r>
            <a:r>
              <a:rPr lang="ko-KR" altLang="en-US" dirty="0"/>
              <a:t>포인터를 이용한 배열 원소 방문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다음 함수를 이용하여 </a:t>
            </a:r>
            <a:r>
              <a:rPr lang="ko-KR" altLang="en-US" dirty="0" smtClean="0"/>
              <a:t>배열의 전체 원소의 </a:t>
            </a:r>
            <a:r>
              <a:rPr lang="ko-KR" altLang="en-US" dirty="0" smtClean="0"/>
              <a:t>평균</a:t>
            </a:r>
            <a:r>
              <a:rPr lang="ko-KR" altLang="en-US" dirty="0" smtClean="0"/>
              <a:t>을 </a:t>
            </a:r>
            <a:r>
              <a:rPr lang="ko-KR" altLang="en-US" dirty="0"/>
              <a:t>구하는 프로그램을 작성하시오</a:t>
            </a:r>
          </a:p>
        </p:txBody>
      </p:sp>
      <p:sp>
        <p:nvSpPr>
          <p:cNvPr id="27653" name="Rectangle 5"/>
          <p:cNvSpPr>
            <a:spLocks noChangeArrowheads="1"/>
          </p:cNvSpPr>
          <p:nvPr/>
        </p:nvSpPr>
        <p:spPr bwMode="auto">
          <a:xfrm>
            <a:off x="0" y="20732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27654" name="Rectangle 8"/>
          <p:cNvSpPr>
            <a:spLocks noChangeArrowheads="1"/>
          </p:cNvSpPr>
          <p:nvPr/>
        </p:nvSpPr>
        <p:spPr bwMode="auto">
          <a:xfrm>
            <a:off x="0" y="20431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827584" y="2348880"/>
            <a:ext cx="4321175" cy="3962400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>
                      <a:alpha val="50000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solidFill>
                  <a:srgbClr val="0000FF"/>
                </a:solidFill>
                <a:latin typeface="Trebuchet MS" pitchFamily="34" charset="0"/>
              </a:rPr>
              <a:t>double</a:t>
            </a:r>
            <a:r>
              <a:rPr lang="en-US" altLang="en-US" sz="1600" dirty="0">
                <a:latin typeface="Trebuchet MS" pitchFamily="34" charset="0"/>
              </a:rPr>
              <a:t> </a:t>
            </a:r>
            <a:r>
              <a:rPr lang="en-US" altLang="en-US" sz="1600" dirty="0" err="1">
                <a:latin typeface="Trebuchet MS" pitchFamily="34" charset="0"/>
              </a:rPr>
              <a:t>get_total_avg</a:t>
            </a:r>
            <a:r>
              <a:rPr lang="en-US" altLang="en-US" sz="1600" dirty="0">
                <a:latin typeface="Trebuchet MS" pitchFamily="34" charset="0"/>
              </a:rPr>
              <a:t>(</a:t>
            </a:r>
            <a:r>
              <a:rPr lang="en-US" altLang="en-US" sz="1600" dirty="0" err="1">
                <a:solidFill>
                  <a:srgbClr val="0000FF"/>
                </a:solidFill>
                <a:latin typeface="Trebuchet MS" pitchFamily="34" charset="0"/>
              </a:rPr>
              <a:t>int</a:t>
            </a:r>
            <a:r>
              <a:rPr lang="en-US" altLang="en-US" sz="1600" dirty="0">
                <a:latin typeface="Trebuchet MS" pitchFamily="34" charset="0"/>
              </a:rPr>
              <a:t> m[][COLS])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itchFamily="34" charset="0"/>
              </a:rPr>
              <a:t>{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itchFamily="34" charset="0"/>
              </a:rPr>
              <a:t>	</a:t>
            </a:r>
            <a:r>
              <a:rPr lang="en-US" altLang="en-US" sz="1600" dirty="0" err="1">
                <a:solidFill>
                  <a:srgbClr val="0000FF"/>
                </a:solidFill>
                <a:latin typeface="Trebuchet MS" pitchFamily="34" charset="0"/>
              </a:rPr>
              <a:t>int</a:t>
            </a:r>
            <a:r>
              <a:rPr lang="en-US" altLang="en-US" sz="1600" dirty="0">
                <a:latin typeface="Trebuchet MS" pitchFamily="34" charset="0"/>
              </a:rPr>
              <a:t> *p, *</a:t>
            </a:r>
            <a:r>
              <a:rPr lang="en-US" altLang="en-US" sz="1600" dirty="0" err="1">
                <a:latin typeface="Trebuchet MS" pitchFamily="34" charset="0"/>
              </a:rPr>
              <a:t>endp</a:t>
            </a:r>
            <a:r>
              <a:rPr lang="en-US" altLang="en-US" sz="1600" dirty="0">
                <a:latin typeface="Trebuchet MS" pitchFamily="34" charset="0"/>
              </a:rPr>
              <a:t>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itchFamily="34" charset="0"/>
              </a:rPr>
              <a:t>	</a:t>
            </a:r>
            <a:r>
              <a:rPr lang="en-US" altLang="en-US" sz="1600" dirty="0">
                <a:solidFill>
                  <a:srgbClr val="0000FF"/>
                </a:solidFill>
                <a:latin typeface="Trebuchet MS" pitchFamily="34" charset="0"/>
              </a:rPr>
              <a:t>double</a:t>
            </a:r>
            <a:r>
              <a:rPr lang="en-US" altLang="en-US" sz="1600" dirty="0">
                <a:latin typeface="Trebuchet MS" pitchFamily="34" charset="0"/>
              </a:rPr>
              <a:t> sum = 0.0;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endParaRPr lang="en-US" altLang="en-US" sz="1600" dirty="0">
              <a:latin typeface="Trebuchet MS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itchFamily="34" charset="0"/>
              </a:rPr>
              <a:t>	p = &amp;m[0][0];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itchFamily="34" charset="0"/>
              </a:rPr>
              <a:t>	</a:t>
            </a:r>
            <a:r>
              <a:rPr lang="en-US" altLang="en-US" sz="1600" dirty="0" err="1">
                <a:latin typeface="Trebuchet MS" pitchFamily="34" charset="0"/>
              </a:rPr>
              <a:t>endp</a:t>
            </a:r>
            <a:r>
              <a:rPr lang="en-US" altLang="en-US" sz="1600" dirty="0">
                <a:latin typeface="Trebuchet MS" pitchFamily="34" charset="0"/>
              </a:rPr>
              <a:t> = &amp;m[ROWS-1][</a:t>
            </a:r>
            <a:r>
              <a:rPr lang="en-US" altLang="en-US" sz="1600" dirty="0" smtClean="0">
                <a:latin typeface="Trebuchet MS" pitchFamily="34" charset="0"/>
              </a:rPr>
              <a:t>COLS-1];</a:t>
            </a:r>
            <a:endParaRPr lang="en-US" altLang="en-US" sz="1600" dirty="0">
              <a:latin typeface="Trebuchet MS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endParaRPr lang="en-US" altLang="en-US" sz="1600" dirty="0">
              <a:latin typeface="Trebuchet MS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itchFamily="34" charset="0"/>
              </a:rPr>
              <a:t>	</a:t>
            </a:r>
            <a:r>
              <a:rPr lang="en-US" altLang="en-US" sz="1600" dirty="0">
                <a:solidFill>
                  <a:srgbClr val="0000FF"/>
                </a:solidFill>
                <a:latin typeface="Trebuchet MS" pitchFamily="34" charset="0"/>
              </a:rPr>
              <a:t>while</a:t>
            </a:r>
            <a:r>
              <a:rPr lang="en-US" altLang="en-US" sz="1600" dirty="0">
                <a:latin typeface="Trebuchet MS" pitchFamily="34" charset="0"/>
              </a:rPr>
              <a:t>( p </a:t>
            </a:r>
            <a:r>
              <a:rPr lang="en-US" altLang="en-US" sz="1600" dirty="0" smtClean="0">
                <a:latin typeface="Trebuchet MS" pitchFamily="34" charset="0"/>
              </a:rPr>
              <a:t>&lt;= </a:t>
            </a:r>
            <a:r>
              <a:rPr lang="en-US" altLang="en-US" sz="1600" dirty="0" err="1">
                <a:latin typeface="Trebuchet MS" pitchFamily="34" charset="0"/>
              </a:rPr>
              <a:t>endp</a:t>
            </a:r>
            <a:r>
              <a:rPr lang="en-US" altLang="en-US" sz="1600" dirty="0">
                <a:latin typeface="Trebuchet MS" pitchFamily="34" charset="0"/>
              </a:rPr>
              <a:t> )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itchFamily="34" charset="0"/>
              </a:rPr>
              <a:t>		sum += *p++;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endParaRPr lang="en-US" altLang="en-US" sz="1600" dirty="0">
              <a:latin typeface="Trebuchet MS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itchFamily="34" charset="0"/>
              </a:rPr>
              <a:t>	sum /= ROWS * COLS;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itchFamily="34" charset="0"/>
              </a:rPr>
              <a:t>	</a:t>
            </a:r>
            <a:r>
              <a:rPr lang="en-US" altLang="en-US" sz="1600" dirty="0">
                <a:solidFill>
                  <a:srgbClr val="0000FF"/>
                </a:solidFill>
                <a:latin typeface="Trebuchet MS" pitchFamily="34" charset="0"/>
              </a:rPr>
              <a:t>return</a:t>
            </a:r>
            <a:r>
              <a:rPr lang="en-US" altLang="en-US" sz="1600" dirty="0">
                <a:latin typeface="Trebuchet MS" pitchFamily="34" charset="0"/>
              </a:rPr>
              <a:t> sum;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itchFamily="34" charset="0"/>
              </a:rPr>
              <a:t>}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5292080" y="2136339"/>
            <a:ext cx="3688904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dirty="0" smtClean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예</a:t>
            </a:r>
            <a:r>
              <a:rPr lang="en-US" altLang="ko-KR" sz="1400" dirty="0" smtClean="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</a:t>
            </a:r>
            <a:endParaRPr lang="en-US" altLang="ko-KR" sz="1400" dirty="0">
              <a:solidFill>
                <a:srgbClr val="0000FF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200" dirty="0"/>
              <a:t>void main(void)</a:t>
            </a:r>
          </a:p>
          <a:p>
            <a:r>
              <a:rPr lang="en-US" altLang="ko-KR" sz="1200" dirty="0"/>
              <a:t>{</a:t>
            </a:r>
          </a:p>
          <a:p>
            <a:r>
              <a:rPr lang="en-US" altLang="ko-KR" sz="1200" dirty="0" smtClean="0"/>
              <a:t>	</a:t>
            </a:r>
            <a:r>
              <a:rPr lang="en-US" altLang="ko-KR" sz="1200" dirty="0" err="1" smtClean="0"/>
              <a:t>int</a:t>
            </a:r>
            <a:r>
              <a:rPr lang="en-US" altLang="ko-KR" sz="1200" dirty="0" smtClean="0"/>
              <a:t> </a:t>
            </a:r>
            <a:r>
              <a:rPr lang="en-US" altLang="ko-KR" sz="1200" dirty="0"/>
              <a:t>a[3][3] = </a:t>
            </a:r>
            <a:r>
              <a:rPr lang="en-US" altLang="ko-KR" sz="1200" dirty="0" smtClean="0"/>
              <a:t>	{ </a:t>
            </a:r>
            <a:r>
              <a:rPr lang="en-US" altLang="ko-KR" sz="1200" dirty="0"/>
              <a:t>{1,2,3},{4,5,6},{</a:t>
            </a:r>
            <a:r>
              <a:rPr lang="en-US" altLang="ko-KR" sz="1200" dirty="0" smtClean="0"/>
              <a:t>7,8,9</a:t>
            </a:r>
            <a:r>
              <a:rPr lang="en-US" altLang="ko-KR" sz="1200" dirty="0"/>
              <a:t>} };</a:t>
            </a:r>
          </a:p>
          <a:p>
            <a:endParaRPr lang="ko-KR" altLang="en-US" sz="1200" dirty="0"/>
          </a:p>
          <a:p>
            <a:r>
              <a:rPr lang="en-US" altLang="ko-KR" sz="1200" dirty="0" smtClean="0"/>
              <a:t> 	…</a:t>
            </a:r>
            <a:endParaRPr lang="en-US" altLang="ko-KR" sz="1200" dirty="0"/>
          </a:p>
          <a:p>
            <a:endParaRPr lang="ko-KR" altLang="en-US" sz="1200" dirty="0"/>
          </a:p>
          <a:p>
            <a:r>
              <a:rPr lang="en-US" altLang="ko-KR" sz="1200" dirty="0" smtClean="0"/>
              <a:t>}</a:t>
            </a:r>
            <a:endParaRPr lang="ko-KR" altLang="en-US" sz="1050" dirty="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Lab 9 :void</a:t>
            </a:r>
            <a:r>
              <a:rPr lang="ko-KR" altLang="en-US" dirty="0" smtClean="0"/>
              <a:t> 포인터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/>
              <a:t>void </a:t>
            </a:r>
            <a:r>
              <a:rPr lang="ko-KR" altLang="en-US" dirty="0"/>
              <a:t>포인터를 이용하면 어떤 타입의 포인터도 받을 수 있는 함수를 작성할 수 있다</a:t>
            </a:r>
            <a:r>
              <a:rPr lang="en-US" altLang="ko-KR" dirty="0"/>
              <a:t>. </a:t>
            </a:r>
            <a:r>
              <a:rPr lang="ko-KR" altLang="en-US" dirty="0"/>
              <a:t>예를 들어서 전달받은 메모리를 </a:t>
            </a:r>
            <a:r>
              <a:rPr lang="en-US" altLang="ko-KR" dirty="0"/>
              <a:t>0</a:t>
            </a:r>
            <a:r>
              <a:rPr lang="ko-KR" altLang="en-US" dirty="0"/>
              <a:t>으로 채우는 </a:t>
            </a:r>
            <a:r>
              <a:rPr lang="ko-KR" altLang="en-US" dirty="0" smtClean="0"/>
              <a:t>함수</a:t>
            </a:r>
            <a:endParaRPr lang="ko-KR" altLang="en-US" dirty="0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622774" y="2852936"/>
            <a:ext cx="8163721" cy="1656184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>
                      <a:alpha val="50000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ko-KR" sz="1600" dirty="0">
                <a:solidFill>
                  <a:srgbClr val="0000FF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memzero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(</a:t>
            </a:r>
            <a:r>
              <a:rPr lang="en-US" altLang="ko-KR" sz="1600" dirty="0">
                <a:solidFill>
                  <a:srgbClr val="0000FF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* </a:t>
            </a:r>
            <a:r>
              <a:rPr lang="en-US" altLang="ko-KR" sz="1600" dirty="0" err="1">
                <a:solidFill>
                  <a:srgbClr val="80808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ptr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, </a:t>
            </a:r>
            <a:r>
              <a:rPr lang="en-US" altLang="ko-KR" sz="1600" dirty="0" err="1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size_t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80808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len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)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0000FF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char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* p = (</a:t>
            </a:r>
            <a:r>
              <a:rPr lang="en-US" altLang="ko-KR" sz="1600" dirty="0">
                <a:solidFill>
                  <a:srgbClr val="0000FF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char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*)</a:t>
            </a:r>
            <a:r>
              <a:rPr lang="en-US" altLang="ko-KR" sz="1600" dirty="0" err="1">
                <a:solidFill>
                  <a:srgbClr val="80808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ptr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0000FF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for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 (; </a:t>
            </a:r>
            <a:r>
              <a:rPr lang="en-US" altLang="ko-KR" sz="1600" dirty="0" err="1">
                <a:solidFill>
                  <a:srgbClr val="80808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len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 &gt; 0; </a:t>
            </a:r>
            <a:r>
              <a:rPr lang="en-US" altLang="ko-KR" sz="1600" dirty="0" err="1">
                <a:solidFill>
                  <a:srgbClr val="80808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len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--)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        *p++ = 0;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653011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Lab 9 :void</a:t>
            </a:r>
            <a:r>
              <a:rPr lang="ko-KR" altLang="en-US" dirty="0"/>
              <a:t> 포인터</a:t>
            </a:r>
            <a:endParaRPr lang="en-US" altLang="ko-KR" dirty="0"/>
          </a:p>
        </p:txBody>
      </p:sp>
      <p:sp>
        <p:nvSpPr>
          <p:cNvPr id="29699" name="Rectangle 3"/>
          <p:cNvSpPr>
            <a:spLocks noChangeArrowheads="1"/>
          </p:cNvSpPr>
          <p:nvPr/>
        </p:nvSpPr>
        <p:spPr bwMode="auto">
          <a:xfrm>
            <a:off x="1116013" y="1052514"/>
            <a:ext cx="7777162" cy="5400822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>
                      <a:alpha val="50000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ko-KR" sz="1600" dirty="0">
                <a:solidFill>
                  <a:srgbClr val="80808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#include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A31515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&lt;</a:t>
            </a:r>
            <a:r>
              <a:rPr lang="en-US" altLang="ko-KR" sz="1600" dirty="0" err="1">
                <a:solidFill>
                  <a:srgbClr val="A31515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stdio.h</a:t>
            </a:r>
            <a:r>
              <a:rPr lang="en-US" altLang="ko-KR" sz="1600" dirty="0">
                <a:solidFill>
                  <a:srgbClr val="A31515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&gt;</a:t>
            </a:r>
            <a:endParaRPr lang="en-US" altLang="ko-KR" sz="1600" dirty="0">
              <a:solidFill>
                <a:srgbClr val="000000"/>
              </a:solidFill>
              <a:latin typeface="Trebuchet MS" panose="020B0603020202020204" pitchFamily="34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FF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memzero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(</a:t>
            </a:r>
            <a:r>
              <a:rPr lang="en-US" altLang="ko-KR" sz="1600" dirty="0">
                <a:solidFill>
                  <a:srgbClr val="0000FF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* </a:t>
            </a:r>
            <a:r>
              <a:rPr lang="en-US" altLang="ko-KR" sz="1600" dirty="0" err="1">
                <a:solidFill>
                  <a:srgbClr val="80808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ptr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, </a:t>
            </a:r>
            <a:r>
              <a:rPr lang="en-US" altLang="ko-KR" sz="1600" dirty="0" err="1">
                <a:solidFill>
                  <a:srgbClr val="2B91AF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size_t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80808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len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)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0000FF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char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* p = (</a:t>
            </a:r>
            <a:r>
              <a:rPr lang="en-US" altLang="ko-KR" sz="1600" dirty="0">
                <a:solidFill>
                  <a:srgbClr val="0000FF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char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*)</a:t>
            </a:r>
            <a:r>
              <a:rPr lang="en-US" altLang="ko-KR" sz="1600" dirty="0" err="1">
                <a:solidFill>
                  <a:srgbClr val="80808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ptr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0000FF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for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 (; </a:t>
            </a:r>
            <a:r>
              <a:rPr lang="en-US" altLang="ko-KR" sz="1600" dirty="0" err="1">
                <a:solidFill>
                  <a:srgbClr val="80808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len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 &gt; 0; </a:t>
            </a:r>
            <a:r>
              <a:rPr lang="en-US" altLang="ko-KR" sz="1600" dirty="0" err="1">
                <a:solidFill>
                  <a:srgbClr val="80808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len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--)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        *p++ = 0;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}</a:t>
            </a:r>
          </a:p>
          <a:p>
            <a:endParaRPr lang="ko-KR" altLang="en-US" sz="1600" dirty="0">
              <a:solidFill>
                <a:srgbClr val="000000"/>
              </a:solidFill>
              <a:latin typeface="Trebuchet MS" panose="020B0603020202020204" pitchFamily="34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FF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 main(</a:t>
            </a:r>
            <a:r>
              <a:rPr lang="en-US" altLang="ko-KR" sz="1600" dirty="0">
                <a:solidFill>
                  <a:srgbClr val="0000FF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)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0000FF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char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 a[10];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memzero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(a, </a:t>
            </a:r>
            <a:r>
              <a:rPr lang="en-US" altLang="ko-KR" sz="1600" dirty="0" err="1">
                <a:solidFill>
                  <a:srgbClr val="0000FF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sizeof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(a));</a:t>
            </a:r>
          </a:p>
          <a:p>
            <a:endParaRPr lang="ko-KR" altLang="en-US" sz="1600" dirty="0">
              <a:solidFill>
                <a:srgbClr val="000000"/>
              </a:solidFill>
              <a:latin typeface="Trebuchet MS" panose="020B0603020202020204" pitchFamily="34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0000FF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 b[10];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memzero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(b, </a:t>
            </a:r>
            <a:r>
              <a:rPr lang="en-US" altLang="ko-KR" sz="1600" dirty="0" err="1">
                <a:solidFill>
                  <a:srgbClr val="0000FF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sizeof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(b));</a:t>
            </a:r>
          </a:p>
          <a:p>
            <a:endParaRPr lang="ko-KR" altLang="en-US" sz="1600" dirty="0">
              <a:solidFill>
                <a:srgbClr val="000000"/>
              </a:solidFill>
              <a:latin typeface="Trebuchet MS" panose="020B0603020202020204" pitchFamily="34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0000FF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double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 c[10];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memzero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(c, </a:t>
            </a:r>
            <a:r>
              <a:rPr lang="en-US" altLang="ko-KR" sz="1600" dirty="0" err="1">
                <a:solidFill>
                  <a:srgbClr val="0000FF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sizeof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(c));</a:t>
            </a:r>
          </a:p>
          <a:p>
            <a:endParaRPr lang="ko-KR" altLang="en-US" sz="1600" dirty="0">
              <a:solidFill>
                <a:srgbClr val="000000"/>
              </a:solidFill>
              <a:latin typeface="Trebuchet MS" panose="020B0603020202020204" pitchFamily="34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0000FF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return</a:t>
            </a:r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 0;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Trebuchet MS" panose="020B0603020202020204" pitchFamily="34" charset="0"/>
                <a:ea typeface="돋움체" panose="020B0609000101010101" pitchFamily="49" charset="-127"/>
              </a:rPr>
              <a:t>}</a:t>
            </a:r>
          </a:p>
        </p:txBody>
      </p:sp>
      <p:sp>
        <p:nvSpPr>
          <p:cNvPr id="29700" name="Rectangle 4"/>
          <p:cNvSpPr>
            <a:spLocks noChangeArrowheads="1"/>
          </p:cNvSpPr>
          <p:nvPr/>
        </p:nvSpPr>
        <p:spPr bwMode="auto">
          <a:xfrm>
            <a:off x="0" y="30257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29701" name="Rectangle 5"/>
          <p:cNvSpPr>
            <a:spLocks noChangeArrowheads="1"/>
          </p:cNvSpPr>
          <p:nvPr/>
        </p:nvSpPr>
        <p:spPr bwMode="auto">
          <a:xfrm>
            <a:off x="0" y="31273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29702" name="Rectangle 6"/>
          <p:cNvSpPr>
            <a:spLocks noChangeArrowheads="1"/>
          </p:cNvSpPr>
          <p:nvPr/>
        </p:nvSpPr>
        <p:spPr bwMode="auto">
          <a:xfrm>
            <a:off x="0" y="30908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29703" name="Rectangle 7"/>
          <p:cNvSpPr>
            <a:spLocks noChangeArrowheads="1"/>
          </p:cNvSpPr>
          <p:nvPr/>
        </p:nvSpPr>
        <p:spPr bwMode="auto">
          <a:xfrm>
            <a:off x="0" y="28225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29704" name="Rectangle 8"/>
          <p:cNvSpPr>
            <a:spLocks noChangeArrowheads="1"/>
          </p:cNvSpPr>
          <p:nvPr/>
        </p:nvSpPr>
        <p:spPr bwMode="auto">
          <a:xfrm>
            <a:off x="0" y="31337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29705" name="Rectangle 9"/>
          <p:cNvSpPr>
            <a:spLocks noChangeArrowheads="1"/>
          </p:cNvSpPr>
          <p:nvPr/>
        </p:nvSpPr>
        <p:spPr bwMode="auto">
          <a:xfrm>
            <a:off x="0" y="19272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29706" name="Rectangle 11"/>
          <p:cNvSpPr>
            <a:spLocks noChangeArrowheads="1"/>
          </p:cNvSpPr>
          <p:nvPr/>
        </p:nvSpPr>
        <p:spPr bwMode="auto">
          <a:xfrm>
            <a:off x="0" y="32575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dirty="0" smtClean="0"/>
              <a:t>Lab </a:t>
            </a:r>
            <a:r>
              <a:rPr lang="en-US" altLang="ko-KR" dirty="0" smtClean="0"/>
              <a:t>10  - </a:t>
            </a:r>
            <a:r>
              <a:rPr lang="ko-KR" altLang="en-US" smtClean="0"/>
              <a:t>코드 이해하기</a:t>
            </a:r>
            <a:endParaRPr lang="en-US" altLang="ko-KR" dirty="0"/>
          </a:p>
        </p:txBody>
      </p:sp>
      <p:sp>
        <p:nvSpPr>
          <p:cNvPr id="32771" name="Rectangle 3"/>
          <p:cNvSpPr>
            <a:spLocks noChangeArrowheads="1"/>
          </p:cNvSpPr>
          <p:nvPr/>
        </p:nvSpPr>
        <p:spPr bwMode="auto">
          <a:xfrm>
            <a:off x="1129066" y="1526381"/>
            <a:ext cx="7777162" cy="3126755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>
                      <a:alpha val="50000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solidFill>
                  <a:srgbClr val="0000FF"/>
                </a:solidFill>
                <a:latin typeface="Trebuchet MS" pitchFamily="34" charset="0"/>
              </a:rPr>
              <a:t>#include</a:t>
            </a:r>
            <a:r>
              <a:rPr lang="en-US" altLang="en-US" sz="1600" dirty="0">
                <a:latin typeface="Trebuchet MS" pitchFamily="34" charset="0"/>
              </a:rPr>
              <a:t> </a:t>
            </a:r>
            <a:r>
              <a:rPr lang="en-US" altLang="en-US" sz="1600" dirty="0">
                <a:solidFill>
                  <a:srgbClr val="800000"/>
                </a:solidFill>
                <a:latin typeface="Trebuchet MS" pitchFamily="34" charset="0"/>
              </a:rPr>
              <a:t>&lt;</a:t>
            </a:r>
            <a:r>
              <a:rPr lang="en-US" altLang="en-US" sz="1600" dirty="0" err="1">
                <a:solidFill>
                  <a:srgbClr val="800000"/>
                </a:solidFill>
                <a:latin typeface="Trebuchet MS" pitchFamily="34" charset="0"/>
              </a:rPr>
              <a:t>stdio.h</a:t>
            </a:r>
            <a:r>
              <a:rPr lang="en-US" altLang="en-US" sz="1600" dirty="0">
                <a:solidFill>
                  <a:srgbClr val="800000"/>
                </a:solidFill>
                <a:latin typeface="Trebuchet MS" pitchFamily="34" charset="0"/>
              </a:rPr>
              <a:t>&gt;</a:t>
            </a:r>
            <a:endParaRPr lang="en-US" altLang="en-US" sz="1600" dirty="0">
              <a:latin typeface="Trebuchet MS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endParaRPr lang="en-US" altLang="en-US" sz="1600" dirty="0">
              <a:latin typeface="Trebuchet MS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 err="1">
                <a:solidFill>
                  <a:srgbClr val="0000FF"/>
                </a:solidFill>
                <a:latin typeface="Trebuchet MS" pitchFamily="34" charset="0"/>
              </a:rPr>
              <a:t>int</a:t>
            </a:r>
            <a:r>
              <a:rPr lang="en-US" altLang="en-US" sz="1600" dirty="0">
                <a:latin typeface="Trebuchet MS" pitchFamily="34" charset="0"/>
              </a:rPr>
              <a:t> main(</a:t>
            </a:r>
            <a:r>
              <a:rPr lang="en-US" altLang="en-US" sz="1600" dirty="0" err="1">
                <a:solidFill>
                  <a:srgbClr val="0000FF"/>
                </a:solidFill>
                <a:latin typeface="Trebuchet MS" pitchFamily="34" charset="0"/>
              </a:rPr>
              <a:t>int</a:t>
            </a:r>
            <a:r>
              <a:rPr lang="en-US" altLang="en-US" sz="1600" dirty="0">
                <a:latin typeface="Trebuchet MS" pitchFamily="34" charset="0"/>
              </a:rPr>
              <a:t> </a:t>
            </a:r>
            <a:r>
              <a:rPr lang="en-US" altLang="en-US" sz="1600" dirty="0" err="1">
                <a:latin typeface="Trebuchet MS" pitchFamily="34" charset="0"/>
              </a:rPr>
              <a:t>argc</a:t>
            </a:r>
            <a:r>
              <a:rPr lang="en-US" altLang="en-US" sz="1600" dirty="0">
                <a:latin typeface="Trebuchet MS" pitchFamily="34" charset="0"/>
              </a:rPr>
              <a:t>, </a:t>
            </a:r>
            <a:r>
              <a:rPr lang="en-US" altLang="en-US" sz="1600" dirty="0">
                <a:solidFill>
                  <a:srgbClr val="0000FF"/>
                </a:solidFill>
                <a:latin typeface="Trebuchet MS" pitchFamily="34" charset="0"/>
              </a:rPr>
              <a:t>char</a:t>
            </a:r>
            <a:r>
              <a:rPr lang="en-US" altLang="en-US" sz="1600" dirty="0">
                <a:latin typeface="Trebuchet MS" pitchFamily="34" charset="0"/>
              </a:rPr>
              <a:t> *</a:t>
            </a:r>
            <a:r>
              <a:rPr lang="en-US" altLang="en-US" sz="1600" dirty="0" err="1">
                <a:latin typeface="Trebuchet MS" pitchFamily="34" charset="0"/>
              </a:rPr>
              <a:t>argv</a:t>
            </a:r>
            <a:r>
              <a:rPr lang="en-US" altLang="en-US" sz="1600" dirty="0">
                <a:latin typeface="Trebuchet MS" pitchFamily="34" charset="0"/>
              </a:rPr>
              <a:t>[])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itchFamily="34" charset="0"/>
              </a:rPr>
              <a:t>{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itchFamily="34" charset="0"/>
              </a:rPr>
              <a:t>	</a:t>
            </a:r>
            <a:r>
              <a:rPr lang="en-US" altLang="en-US" sz="1600" dirty="0" err="1">
                <a:solidFill>
                  <a:srgbClr val="0000FF"/>
                </a:solidFill>
                <a:latin typeface="Trebuchet MS" pitchFamily="34" charset="0"/>
              </a:rPr>
              <a:t>int</a:t>
            </a:r>
            <a:r>
              <a:rPr lang="en-US" altLang="en-US" sz="1600" dirty="0">
                <a:latin typeface="Trebuchet MS" pitchFamily="34" charset="0"/>
              </a:rPr>
              <a:t> </a:t>
            </a:r>
            <a:r>
              <a:rPr lang="en-US" altLang="en-US" sz="1600" dirty="0" err="1">
                <a:latin typeface="Trebuchet MS" pitchFamily="34" charset="0"/>
              </a:rPr>
              <a:t>i</a:t>
            </a:r>
            <a:r>
              <a:rPr lang="en-US" altLang="en-US" sz="1600" dirty="0">
                <a:latin typeface="Trebuchet MS" pitchFamily="34" charset="0"/>
              </a:rPr>
              <a:t> = 0;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endParaRPr lang="en-US" altLang="en-US" sz="1600" dirty="0">
              <a:latin typeface="Trebuchet MS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itchFamily="34" charset="0"/>
              </a:rPr>
              <a:t>	</a:t>
            </a:r>
            <a:r>
              <a:rPr lang="en-US" altLang="en-US" sz="1600" dirty="0">
                <a:solidFill>
                  <a:srgbClr val="0000FF"/>
                </a:solidFill>
                <a:latin typeface="Trebuchet MS" pitchFamily="34" charset="0"/>
              </a:rPr>
              <a:t>for</a:t>
            </a:r>
            <a:r>
              <a:rPr lang="en-US" altLang="en-US" sz="1600" dirty="0">
                <a:latin typeface="Trebuchet MS" pitchFamily="34" charset="0"/>
              </a:rPr>
              <a:t>(</a:t>
            </a:r>
            <a:r>
              <a:rPr lang="en-US" altLang="en-US" sz="1600" dirty="0" err="1">
                <a:latin typeface="Trebuchet MS" pitchFamily="34" charset="0"/>
              </a:rPr>
              <a:t>i</a:t>
            </a:r>
            <a:r>
              <a:rPr lang="en-US" altLang="en-US" sz="1600" dirty="0">
                <a:latin typeface="Trebuchet MS" pitchFamily="34" charset="0"/>
              </a:rPr>
              <a:t> = 0;i &lt; </a:t>
            </a:r>
            <a:r>
              <a:rPr lang="en-US" altLang="en-US" sz="1600" dirty="0" err="1">
                <a:latin typeface="Trebuchet MS" pitchFamily="34" charset="0"/>
              </a:rPr>
              <a:t>argc</a:t>
            </a:r>
            <a:r>
              <a:rPr lang="en-US" altLang="en-US" sz="1600" dirty="0">
                <a:latin typeface="Trebuchet MS" pitchFamily="34" charset="0"/>
              </a:rPr>
              <a:t>; </a:t>
            </a:r>
            <a:r>
              <a:rPr lang="en-US" altLang="en-US" sz="1600" dirty="0" err="1">
                <a:latin typeface="Trebuchet MS" pitchFamily="34" charset="0"/>
              </a:rPr>
              <a:t>i</a:t>
            </a:r>
            <a:r>
              <a:rPr lang="en-US" altLang="en-US" sz="1600" dirty="0">
                <a:latin typeface="Trebuchet MS" pitchFamily="34" charset="0"/>
              </a:rPr>
              <a:t>++)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itchFamily="34" charset="0"/>
              </a:rPr>
              <a:t>		</a:t>
            </a:r>
            <a:r>
              <a:rPr lang="en-US" altLang="en-US" sz="1600" dirty="0" err="1">
                <a:latin typeface="Trebuchet MS" pitchFamily="34" charset="0"/>
              </a:rPr>
              <a:t>printf</a:t>
            </a:r>
            <a:r>
              <a:rPr lang="en-US" altLang="en-US" sz="1600" dirty="0">
                <a:latin typeface="Trebuchet MS" pitchFamily="34" charset="0"/>
              </a:rPr>
              <a:t>(</a:t>
            </a:r>
            <a:r>
              <a:rPr lang="en-US" altLang="en-US" sz="1600" dirty="0">
                <a:solidFill>
                  <a:srgbClr val="800000"/>
                </a:solidFill>
                <a:latin typeface="Trebuchet MS" pitchFamily="34" charset="0"/>
              </a:rPr>
              <a:t>"</a:t>
            </a:r>
            <a:r>
              <a:rPr lang="en-US" altLang="en-US" sz="1600" dirty="0" err="1">
                <a:solidFill>
                  <a:srgbClr val="800000"/>
                </a:solidFill>
                <a:latin typeface="Trebuchet MS" pitchFamily="34" charset="0"/>
              </a:rPr>
              <a:t>명령어</a:t>
            </a:r>
            <a:r>
              <a:rPr lang="en-US" altLang="en-US" sz="1600" dirty="0">
                <a:solidFill>
                  <a:srgbClr val="800000"/>
                </a:solidFill>
                <a:latin typeface="Trebuchet MS" pitchFamily="34" charset="0"/>
              </a:rPr>
              <a:t> </a:t>
            </a:r>
            <a:r>
              <a:rPr lang="en-US" altLang="en-US" sz="1600" dirty="0" err="1">
                <a:solidFill>
                  <a:srgbClr val="800000"/>
                </a:solidFill>
                <a:latin typeface="Trebuchet MS" pitchFamily="34" charset="0"/>
              </a:rPr>
              <a:t>라인에서</a:t>
            </a:r>
            <a:r>
              <a:rPr lang="en-US" altLang="en-US" sz="1600" dirty="0">
                <a:solidFill>
                  <a:srgbClr val="800000"/>
                </a:solidFill>
                <a:latin typeface="Trebuchet MS" pitchFamily="34" charset="0"/>
              </a:rPr>
              <a:t> %</a:t>
            </a:r>
            <a:r>
              <a:rPr lang="en-US" altLang="en-US" sz="1600" dirty="0" err="1">
                <a:solidFill>
                  <a:srgbClr val="800000"/>
                </a:solidFill>
                <a:latin typeface="Trebuchet MS" pitchFamily="34" charset="0"/>
              </a:rPr>
              <a:t>d번째</a:t>
            </a:r>
            <a:r>
              <a:rPr lang="en-US" altLang="en-US" sz="1600" dirty="0">
                <a:solidFill>
                  <a:srgbClr val="800000"/>
                </a:solidFill>
                <a:latin typeface="Trebuchet MS" pitchFamily="34" charset="0"/>
              </a:rPr>
              <a:t> </a:t>
            </a:r>
            <a:r>
              <a:rPr lang="en-US" altLang="en-US" sz="1600" dirty="0" err="1">
                <a:solidFill>
                  <a:srgbClr val="800000"/>
                </a:solidFill>
                <a:latin typeface="Trebuchet MS" pitchFamily="34" charset="0"/>
              </a:rPr>
              <a:t>문자열</a:t>
            </a:r>
            <a:r>
              <a:rPr lang="en-US" altLang="en-US" sz="1600" dirty="0">
                <a:solidFill>
                  <a:srgbClr val="800000"/>
                </a:solidFill>
                <a:latin typeface="Trebuchet MS" pitchFamily="34" charset="0"/>
              </a:rPr>
              <a:t> = %s\n"</a:t>
            </a:r>
            <a:r>
              <a:rPr lang="en-US" altLang="en-US" sz="1600" dirty="0">
                <a:latin typeface="Trebuchet MS" pitchFamily="34" charset="0"/>
              </a:rPr>
              <a:t>, </a:t>
            </a:r>
            <a:r>
              <a:rPr lang="en-US" altLang="en-US" sz="1600" dirty="0" err="1">
                <a:latin typeface="Trebuchet MS" pitchFamily="34" charset="0"/>
              </a:rPr>
              <a:t>i</a:t>
            </a:r>
            <a:r>
              <a:rPr lang="en-US" altLang="en-US" sz="1600" dirty="0">
                <a:latin typeface="Trebuchet MS" pitchFamily="34" charset="0"/>
              </a:rPr>
              <a:t>, </a:t>
            </a:r>
            <a:r>
              <a:rPr lang="en-US" altLang="en-US" sz="1600" dirty="0" err="1">
                <a:latin typeface="Trebuchet MS" pitchFamily="34" charset="0"/>
              </a:rPr>
              <a:t>argv</a:t>
            </a:r>
            <a:r>
              <a:rPr lang="en-US" altLang="en-US" sz="1600" dirty="0">
                <a:latin typeface="Trebuchet MS" pitchFamily="34" charset="0"/>
              </a:rPr>
              <a:t>[</a:t>
            </a:r>
            <a:r>
              <a:rPr lang="en-US" altLang="en-US" sz="1600" dirty="0" err="1">
                <a:latin typeface="Trebuchet MS" pitchFamily="34" charset="0"/>
              </a:rPr>
              <a:t>i</a:t>
            </a:r>
            <a:r>
              <a:rPr lang="en-US" altLang="en-US" sz="1600" dirty="0">
                <a:latin typeface="Trebuchet MS" pitchFamily="34" charset="0"/>
              </a:rPr>
              <a:t>]);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endParaRPr lang="en-US" altLang="en-US" sz="1600" dirty="0">
              <a:latin typeface="Trebuchet MS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itchFamily="34" charset="0"/>
              </a:rPr>
              <a:t>	</a:t>
            </a:r>
            <a:r>
              <a:rPr lang="en-US" altLang="en-US" sz="1600" dirty="0">
                <a:solidFill>
                  <a:srgbClr val="0000FF"/>
                </a:solidFill>
                <a:latin typeface="Trebuchet MS" pitchFamily="34" charset="0"/>
              </a:rPr>
              <a:t>return</a:t>
            </a:r>
            <a:r>
              <a:rPr lang="en-US" altLang="en-US" sz="1600" dirty="0">
                <a:latin typeface="Trebuchet MS" pitchFamily="34" charset="0"/>
              </a:rPr>
              <a:t> 0;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itchFamily="34" charset="0"/>
              </a:rPr>
              <a:t>}</a:t>
            </a:r>
          </a:p>
        </p:txBody>
      </p:sp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0" y="30257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32773" name="Rectangle 5"/>
          <p:cNvSpPr>
            <a:spLocks noChangeArrowheads="1"/>
          </p:cNvSpPr>
          <p:nvPr/>
        </p:nvSpPr>
        <p:spPr bwMode="auto">
          <a:xfrm>
            <a:off x="0" y="31273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32774" name="Rectangle 6"/>
          <p:cNvSpPr>
            <a:spLocks noChangeArrowheads="1"/>
          </p:cNvSpPr>
          <p:nvPr/>
        </p:nvSpPr>
        <p:spPr bwMode="auto">
          <a:xfrm>
            <a:off x="0" y="30908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32775" name="Rectangle 7"/>
          <p:cNvSpPr>
            <a:spLocks noChangeArrowheads="1"/>
          </p:cNvSpPr>
          <p:nvPr/>
        </p:nvSpPr>
        <p:spPr bwMode="auto">
          <a:xfrm>
            <a:off x="0" y="28225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32776" name="Rectangle 8"/>
          <p:cNvSpPr>
            <a:spLocks noChangeArrowheads="1"/>
          </p:cNvSpPr>
          <p:nvPr/>
        </p:nvSpPr>
        <p:spPr bwMode="auto">
          <a:xfrm>
            <a:off x="0" y="31337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32777" name="Rectangle 9"/>
          <p:cNvSpPr>
            <a:spLocks noChangeArrowheads="1"/>
          </p:cNvSpPr>
          <p:nvPr/>
        </p:nvSpPr>
        <p:spPr bwMode="auto">
          <a:xfrm>
            <a:off x="0" y="19272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32778" name="Rectangle 10"/>
          <p:cNvSpPr>
            <a:spLocks noChangeArrowheads="1"/>
          </p:cNvSpPr>
          <p:nvPr/>
        </p:nvSpPr>
        <p:spPr bwMode="auto">
          <a:xfrm>
            <a:off x="0" y="32575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32779" name="Rectangle 12"/>
          <p:cNvSpPr>
            <a:spLocks noChangeArrowheads="1"/>
          </p:cNvSpPr>
          <p:nvPr/>
        </p:nvSpPr>
        <p:spPr bwMode="auto">
          <a:xfrm>
            <a:off x="0" y="31273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32780" name="Rectangle 15"/>
          <p:cNvSpPr>
            <a:spLocks noChangeArrowheads="1"/>
          </p:cNvSpPr>
          <p:nvPr/>
        </p:nvSpPr>
        <p:spPr bwMode="auto">
          <a:xfrm>
            <a:off x="0" y="31972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32781" name="Rectangle 18"/>
          <p:cNvSpPr>
            <a:spLocks noChangeArrowheads="1"/>
          </p:cNvSpPr>
          <p:nvPr/>
        </p:nvSpPr>
        <p:spPr bwMode="auto">
          <a:xfrm>
            <a:off x="0" y="25177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AB08E0E3-FE98-4F49-B37C-BBA7D8830A3E}"/>
              </a:ext>
            </a:extLst>
          </p:cNvPr>
          <p:cNvGrpSpPr/>
          <p:nvPr/>
        </p:nvGrpSpPr>
        <p:grpSpPr>
          <a:xfrm>
            <a:off x="1132022" y="4869161"/>
            <a:ext cx="7741997" cy="1512167"/>
            <a:chOff x="5038165" y="815788"/>
            <a:chExt cx="3663880" cy="1316231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B3580A0A-1212-4C4C-A3F5-16824F8C42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56679" y="1781959"/>
              <a:ext cx="745785" cy="350060"/>
            </a:xfrm>
            <a:prstGeom prst="rect">
              <a:avLst/>
            </a:prstGeom>
          </p:spPr>
        </p:pic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8DE4E318-74C4-4F6C-B8C8-389A5365494B}"/>
                </a:ext>
              </a:extLst>
            </p:cNvPr>
            <p:cNvSpPr/>
            <p:nvPr/>
          </p:nvSpPr>
          <p:spPr>
            <a:xfrm>
              <a:off x="5038165" y="815788"/>
              <a:ext cx="3663880" cy="1123893"/>
            </a:xfrm>
            <a:prstGeom prst="rect">
              <a:avLst/>
            </a:prstGeom>
            <a:solidFill>
              <a:srgbClr val="1F6EA7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ko-KR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c:\cprogram\mainarg\Debug&gt;mainarg </a:t>
              </a:r>
              <a:r>
                <a:rPr lang="en-US" altLang="ko-KR" sz="1400" dirty="0" err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src</a:t>
              </a:r>
              <a:r>
                <a:rPr lang="en-US" altLang="ko-KR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 </a:t>
              </a:r>
              <a:r>
                <a:rPr lang="en-US" altLang="ko-KR" sz="1400" dirty="0" err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dst</a:t>
              </a:r>
              <a:endParaRPr lang="ko-KR" altLang="en-US" sz="1400" dirty="0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endParaRPr>
            </a:p>
            <a:p>
              <a:pPr algn="just"/>
              <a:r>
                <a:rPr lang="ko-KR" altLang="en-US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명령어 라인에서 </a:t>
              </a:r>
              <a:r>
                <a:rPr lang="en-US" altLang="ko-KR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0</a:t>
              </a:r>
              <a:r>
                <a:rPr lang="ko-KR" altLang="en-US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번째 문자열 </a:t>
              </a:r>
              <a:r>
                <a:rPr lang="en-US" altLang="ko-KR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= </a:t>
              </a:r>
              <a:r>
                <a:rPr lang="en-US" altLang="ko-KR" sz="1400" dirty="0" err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mainarg</a:t>
              </a:r>
              <a:endParaRPr lang="ko-KR" altLang="en-US" sz="1400" dirty="0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endParaRPr>
            </a:p>
            <a:p>
              <a:pPr algn="just"/>
              <a:r>
                <a:rPr lang="ko-KR" altLang="en-US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명령어 라인에서 </a:t>
              </a:r>
              <a:r>
                <a:rPr lang="en-US" altLang="ko-KR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1</a:t>
              </a:r>
              <a:r>
                <a:rPr lang="ko-KR" altLang="en-US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번째 문자열 </a:t>
              </a:r>
              <a:r>
                <a:rPr lang="en-US" altLang="ko-KR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= </a:t>
              </a:r>
              <a:r>
                <a:rPr lang="en-US" altLang="ko-KR" sz="1400" dirty="0" err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src</a:t>
              </a:r>
              <a:endParaRPr lang="ko-KR" altLang="en-US" sz="1400" dirty="0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endParaRPr>
            </a:p>
            <a:p>
              <a:pPr algn="just"/>
              <a:r>
                <a:rPr lang="ko-KR" altLang="en-US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명령어 라인에서 </a:t>
              </a:r>
              <a:r>
                <a:rPr lang="en-US" altLang="ko-KR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2</a:t>
              </a:r>
              <a:r>
                <a:rPr lang="ko-KR" altLang="en-US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번째 문자열 </a:t>
              </a:r>
              <a:r>
                <a:rPr lang="en-US" altLang="ko-KR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= </a:t>
              </a:r>
              <a:r>
                <a:rPr lang="en-US" altLang="ko-KR" sz="1400" dirty="0" err="1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dst</a:t>
              </a:r>
              <a:endParaRPr lang="ko-KR" altLang="en-US" sz="1400" dirty="0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endParaRPr>
            </a:p>
            <a:p>
              <a:pPr algn="just"/>
              <a:r>
                <a:rPr lang="en-US" altLang="ko-KR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c:\cprogram\mainarg\Debug&gt;</a:t>
              </a:r>
              <a:endParaRPr lang="ko-KR" altLang="en-US" sz="1400" dirty="0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93066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Lab11: </a:t>
            </a:r>
            <a:r>
              <a:rPr lang="ko-KR" altLang="en-US" dirty="0"/>
              <a:t>프로그램 인수 사용하기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사용자로부터 마일</a:t>
            </a:r>
            <a:r>
              <a:rPr lang="en-US" altLang="ko-KR" dirty="0"/>
              <a:t>(mile)</a:t>
            </a:r>
            <a:r>
              <a:rPr lang="ko-KR" altLang="en-US" dirty="0"/>
              <a:t>로 된 거리를 받아서 킬로미터</a:t>
            </a:r>
            <a:r>
              <a:rPr lang="en-US" altLang="ko-KR" dirty="0"/>
              <a:t>(km)</a:t>
            </a:r>
            <a:r>
              <a:rPr lang="ko-KR" altLang="en-US" dirty="0"/>
              <a:t>로 변환해주는 프로그램을 작성해보자</a:t>
            </a:r>
            <a:r>
              <a:rPr lang="en-US" altLang="ko-KR" dirty="0"/>
              <a:t>.</a:t>
            </a:r>
            <a:endParaRPr lang="ko-KR" altLang="en-US" dirty="0"/>
          </a:p>
        </p:txBody>
      </p:sp>
      <p:grpSp>
        <p:nvGrpSpPr>
          <p:cNvPr id="166" name="그룹 165">
            <a:extLst>
              <a:ext uri="{FF2B5EF4-FFF2-40B4-BE49-F238E27FC236}">
                <a16:creationId xmlns:a16="http://schemas.microsoft.com/office/drawing/2014/main" id="{4B7C8CE8-E0CA-44C1-B95F-938D35592304}"/>
              </a:ext>
            </a:extLst>
          </p:cNvPr>
          <p:cNvGrpSpPr/>
          <p:nvPr/>
        </p:nvGrpSpPr>
        <p:grpSpPr>
          <a:xfrm>
            <a:off x="899593" y="2564904"/>
            <a:ext cx="7741997" cy="3134901"/>
            <a:chOff x="4969928" y="815788"/>
            <a:chExt cx="3663880" cy="1316231"/>
          </a:xfrm>
        </p:grpSpPr>
        <p:pic>
          <p:nvPicPr>
            <p:cNvPr id="167" name="그림 166">
              <a:extLst>
                <a:ext uri="{FF2B5EF4-FFF2-40B4-BE49-F238E27FC236}">
                  <a16:creationId xmlns:a16="http://schemas.microsoft.com/office/drawing/2014/main" id="{DAC7E823-D189-4E84-BF67-E4DF5786A1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56679" y="1781959"/>
              <a:ext cx="745785" cy="350060"/>
            </a:xfrm>
            <a:prstGeom prst="rect">
              <a:avLst/>
            </a:prstGeom>
          </p:spPr>
        </p:pic>
        <p:sp>
          <p:nvSpPr>
            <p:cNvPr id="168" name="직사각형 167">
              <a:extLst>
                <a:ext uri="{FF2B5EF4-FFF2-40B4-BE49-F238E27FC236}">
                  <a16:creationId xmlns:a16="http://schemas.microsoft.com/office/drawing/2014/main" id="{874416B0-22A5-4972-B5A9-C2C2B9CE4439}"/>
                </a:ext>
              </a:extLst>
            </p:cNvPr>
            <p:cNvSpPr/>
            <p:nvPr/>
          </p:nvSpPr>
          <p:spPr>
            <a:xfrm>
              <a:off x="4969928" y="815788"/>
              <a:ext cx="3663880" cy="1123893"/>
            </a:xfrm>
            <a:prstGeom prst="rect">
              <a:avLst/>
            </a:prstGeom>
            <a:solidFill>
              <a:srgbClr val="1F6EA7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Microsoft Windows [Version 6.1.7601]</a:t>
              </a:r>
            </a:p>
            <a:p>
              <a:r>
                <a:rPr lang="en-US" altLang="ko-KR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Copyright (c) 2009 Microsoft Corporation. All right reserved.</a:t>
              </a:r>
            </a:p>
            <a:p>
              <a:r>
                <a:rPr lang="en-US" altLang="ko-KR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e:&gt;mile2km 10</a:t>
              </a:r>
            </a:p>
            <a:p>
              <a:r>
                <a:rPr lang="ko-KR" altLang="en-US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입력된 거리는 </a:t>
              </a:r>
              <a:r>
                <a:rPr lang="en-US" altLang="ko-KR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16.090000 km</a:t>
              </a:r>
              <a:r>
                <a:rPr lang="ko-KR" altLang="en-US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입니다</a:t>
              </a:r>
              <a:r>
                <a:rPr lang="en-US" altLang="ko-KR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.</a:t>
              </a:r>
            </a:p>
            <a:p>
              <a:r>
                <a:rPr lang="en-US" altLang="ko-KR" sz="1400" dirty="0">
                  <a:solidFill>
                    <a:schemeClr val="bg1"/>
                  </a:solidFill>
                  <a:latin typeface="Trebuchet MS" panose="020B0603020202020204" pitchFamily="34" charset="0"/>
                  <a:ea typeface="굴림" panose="020B0600000101010101" pitchFamily="50" charset="-127"/>
                </a:rPr>
                <a:t>e:&gt;</a:t>
              </a:r>
              <a:endParaRPr lang="ko-KR" altLang="en-US" sz="1400" dirty="0">
                <a:solidFill>
                  <a:schemeClr val="bg1"/>
                </a:solidFill>
                <a:latin typeface="Trebuchet MS" panose="020B0603020202020204" pitchFamily="34" charset="0"/>
                <a:ea typeface="굴림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201104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Lab11: </a:t>
            </a:r>
            <a:r>
              <a:rPr lang="en-US" altLang="ko-KR" dirty="0"/>
              <a:t>mile2km.c</a:t>
            </a:r>
          </a:p>
        </p:txBody>
      </p:sp>
      <p:sp>
        <p:nvSpPr>
          <p:cNvPr id="34819" name="Rectangle 3"/>
          <p:cNvSpPr>
            <a:spLocks noChangeArrowheads="1"/>
          </p:cNvSpPr>
          <p:nvPr/>
        </p:nvSpPr>
        <p:spPr bwMode="auto">
          <a:xfrm>
            <a:off x="899592" y="1700808"/>
            <a:ext cx="7776864" cy="4814143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>
                      <a:alpha val="50000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solidFill>
                  <a:srgbClr val="0000FF"/>
                </a:solidFill>
                <a:latin typeface="Trebuchet MS" pitchFamily="34" charset="0"/>
              </a:rPr>
              <a:t>#include</a:t>
            </a:r>
            <a:r>
              <a:rPr lang="en-US" altLang="en-US" sz="1600" dirty="0">
                <a:latin typeface="Trebuchet MS" pitchFamily="34" charset="0"/>
              </a:rPr>
              <a:t> </a:t>
            </a:r>
            <a:r>
              <a:rPr lang="en-US" altLang="en-US" sz="1600" dirty="0">
                <a:solidFill>
                  <a:srgbClr val="800000"/>
                </a:solidFill>
                <a:latin typeface="Trebuchet MS" pitchFamily="34" charset="0"/>
              </a:rPr>
              <a:t>&lt;</a:t>
            </a:r>
            <a:r>
              <a:rPr lang="en-US" altLang="en-US" sz="1600" dirty="0" err="1">
                <a:solidFill>
                  <a:srgbClr val="800000"/>
                </a:solidFill>
                <a:latin typeface="Trebuchet MS" pitchFamily="34" charset="0"/>
              </a:rPr>
              <a:t>stdio.h</a:t>
            </a:r>
            <a:r>
              <a:rPr lang="en-US" altLang="en-US" sz="1600" dirty="0">
                <a:solidFill>
                  <a:srgbClr val="800000"/>
                </a:solidFill>
                <a:latin typeface="Trebuchet MS" pitchFamily="34" charset="0"/>
              </a:rPr>
              <a:t>&gt;</a:t>
            </a:r>
            <a:endParaRPr lang="en-US" altLang="en-US" sz="1600" dirty="0">
              <a:latin typeface="Trebuchet MS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solidFill>
                  <a:srgbClr val="0000FF"/>
                </a:solidFill>
                <a:latin typeface="Trebuchet MS" pitchFamily="34" charset="0"/>
              </a:rPr>
              <a:t>#include</a:t>
            </a:r>
            <a:r>
              <a:rPr lang="en-US" altLang="en-US" sz="1600" dirty="0">
                <a:latin typeface="Trebuchet MS" pitchFamily="34" charset="0"/>
              </a:rPr>
              <a:t> </a:t>
            </a:r>
            <a:r>
              <a:rPr lang="en-US" altLang="en-US" sz="1600" dirty="0">
                <a:solidFill>
                  <a:srgbClr val="800000"/>
                </a:solidFill>
                <a:latin typeface="Trebuchet MS" pitchFamily="34" charset="0"/>
              </a:rPr>
              <a:t>&lt;</a:t>
            </a:r>
            <a:r>
              <a:rPr lang="en-US" altLang="en-US" sz="1600" dirty="0" err="1">
                <a:solidFill>
                  <a:srgbClr val="800000"/>
                </a:solidFill>
                <a:latin typeface="Trebuchet MS" pitchFamily="34" charset="0"/>
              </a:rPr>
              <a:t>stdlib.h</a:t>
            </a:r>
            <a:r>
              <a:rPr lang="en-US" altLang="en-US" sz="1600" dirty="0">
                <a:solidFill>
                  <a:srgbClr val="800000"/>
                </a:solidFill>
                <a:latin typeface="Trebuchet MS" pitchFamily="34" charset="0"/>
              </a:rPr>
              <a:t>&gt;</a:t>
            </a:r>
            <a:endParaRPr lang="en-US" altLang="en-US" sz="1600" dirty="0">
              <a:latin typeface="Trebuchet MS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endParaRPr lang="en-US" altLang="en-US" sz="1600" dirty="0">
              <a:latin typeface="Trebuchet MS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 err="1">
                <a:solidFill>
                  <a:srgbClr val="0000FF"/>
                </a:solidFill>
                <a:latin typeface="Trebuchet MS" pitchFamily="34" charset="0"/>
              </a:rPr>
              <a:t>int</a:t>
            </a:r>
            <a:r>
              <a:rPr lang="en-US" altLang="en-US" sz="1600" dirty="0">
                <a:latin typeface="Trebuchet MS" pitchFamily="34" charset="0"/>
              </a:rPr>
              <a:t> main(</a:t>
            </a:r>
            <a:r>
              <a:rPr lang="en-US" altLang="en-US" sz="1600" dirty="0" err="1">
                <a:solidFill>
                  <a:srgbClr val="0000FF"/>
                </a:solidFill>
                <a:latin typeface="Trebuchet MS" pitchFamily="34" charset="0"/>
              </a:rPr>
              <a:t>int</a:t>
            </a:r>
            <a:r>
              <a:rPr lang="en-US" altLang="en-US" sz="1600" dirty="0">
                <a:latin typeface="Trebuchet MS" pitchFamily="34" charset="0"/>
              </a:rPr>
              <a:t> </a:t>
            </a:r>
            <a:r>
              <a:rPr lang="en-US" altLang="en-US" sz="1600" dirty="0" err="1">
                <a:latin typeface="Trebuchet MS" pitchFamily="34" charset="0"/>
              </a:rPr>
              <a:t>argc</a:t>
            </a:r>
            <a:r>
              <a:rPr lang="en-US" altLang="en-US" sz="1600" dirty="0">
                <a:latin typeface="Trebuchet MS" pitchFamily="34" charset="0"/>
              </a:rPr>
              <a:t>, </a:t>
            </a:r>
            <a:r>
              <a:rPr lang="en-US" altLang="en-US" sz="1600" dirty="0">
                <a:solidFill>
                  <a:srgbClr val="0000FF"/>
                </a:solidFill>
                <a:latin typeface="Trebuchet MS" pitchFamily="34" charset="0"/>
              </a:rPr>
              <a:t>char</a:t>
            </a:r>
            <a:r>
              <a:rPr lang="en-US" altLang="en-US" sz="1600" dirty="0">
                <a:latin typeface="Trebuchet MS" pitchFamily="34" charset="0"/>
              </a:rPr>
              <a:t> *</a:t>
            </a:r>
            <a:r>
              <a:rPr lang="en-US" altLang="en-US" sz="1600" dirty="0" err="1">
                <a:latin typeface="Trebuchet MS" pitchFamily="34" charset="0"/>
              </a:rPr>
              <a:t>argv</a:t>
            </a:r>
            <a:r>
              <a:rPr lang="en-US" altLang="en-US" sz="1600" dirty="0">
                <a:latin typeface="Trebuchet MS" pitchFamily="34" charset="0"/>
              </a:rPr>
              <a:t>[])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itchFamily="34" charset="0"/>
              </a:rPr>
              <a:t>{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itchFamily="34" charset="0"/>
              </a:rPr>
              <a:t>	</a:t>
            </a:r>
            <a:r>
              <a:rPr lang="en-US" altLang="en-US" sz="1600" dirty="0">
                <a:solidFill>
                  <a:srgbClr val="0000FF"/>
                </a:solidFill>
                <a:latin typeface="Trebuchet MS" pitchFamily="34" charset="0"/>
              </a:rPr>
              <a:t>double</a:t>
            </a:r>
            <a:r>
              <a:rPr lang="en-US" altLang="en-US" sz="1600" dirty="0">
                <a:latin typeface="Trebuchet MS" pitchFamily="34" charset="0"/>
              </a:rPr>
              <a:t> mile, km;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endParaRPr lang="en-US" altLang="en-US" sz="1600" dirty="0">
              <a:latin typeface="Trebuchet MS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itchFamily="34" charset="0"/>
              </a:rPr>
              <a:t>	</a:t>
            </a:r>
            <a:r>
              <a:rPr lang="en-US" altLang="en-US" sz="1600" dirty="0">
                <a:solidFill>
                  <a:srgbClr val="0000FF"/>
                </a:solidFill>
                <a:latin typeface="Trebuchet MS" pitchFamily="34" charset="0"/>
              </a:rPr>
              <a:t>if</a:t>
            </a:r>
            <a:r>
              <a:rPr lang="en-US" altLang="en-US" sz="1600" dirty="0">
                <a:latin typeface="Trebuchet MS" pitchFamily="34" charset="0"/>
              </a:rPr>
              <a:t>( </a:t>
            </a:r>
            <a:r>
              <a:rPr lang="en-US" altLang="en-US" sz="1600" dirty="0" err="1">
                <a:latin typeface="Trebuchet MS" pitchFamily="34" charset="0"/>
              </a:rPr>
              <a:t>argc</a:t>
            </a:r>
            <a:r>
              <a:rPr lang="en-US" altLang="en-US" sz="1600" dirty="0">
                <a:latin typeface="Trebuchet MS" pitchFamily="34" charset="0"/>
              </a:rPr>
              <a:t> != 2 ){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itchFamily="34" charset="0"/>
              </a:rPr>
              <a:t>		</a:t>
            </a:r>
            <a:r>
              <a:rPr lang="en-US" altLang="en-US" sz="1600" dirty="0" err="1">
                <a:latin typeface="Trebuchet MS" pitchFamily="34" charset="0"/>
              </a:rPr>
              <a:t>printf</a:t>
            </a:r>
            <a:r>
              <a:rPr lang="en-US" altLang="en-US" sz="1600" dirty="0">
                <a:latin typeface="Trebuchet MS" pitchFamily="34" charset="0"/>
              </a:rPr>
              <a:t>(</a:t>
            </a:r>
            <a:r>
              <a:rPr lang="en-US" altLang="en-US" sz="1600" dirty="0">
                <a:solidFill>
                  <a:srgbClr val="800000"/>
                </a:solidFill>
                <a:latin typeface="Trebuchet MS" pitchFamily="34" charset="0"/>
              </a:rPr>
              <a:t>"</a:t>
            </a:r>
            <a:r>
              <a:rPr lang="en-US" altLang="en-US" sz="1600" dirty="0" err="1">
                <a:solidFill>
                  <a:srgbClr val="800000"/>
                </a:solidFill>
                <a:latin typeface="Trebuchet MS" pitchFamily="34" charset="0"/>
              </a:rPr>
              <a:t>사용</a:t>
            </a:r>
            <a:r>
              <a:rPr lang="en-US" altLang="en-US" sz="1600" dirty="0">
                <a:solidFill>
                  <a:srgbClr val="800000"/>
                </a:solidFill>
                <a:latin typeface="Trebuchet MS" pitchFamily="34" charset="0"/>
              </a:rPr>
              <a:t> </a:t>
            </a:r>
            <a:r>
              <a:rPr lang="en-US" altLang="en-US" sz="1600" dirty="0" err="1">
                <a:solidFill>
                  <a:srgbClr val="800000"/>
                </a:solidFill>
                <a:latin typeface="Trebuchet MS" pitchFamily="34" charset="0"/>
              </a:rPr>
              <a:t>방법</a:t>
            </a:r>
            <a:r>
              <a:rPr lang="en-US" altLang="en-US" sz="1600" dirty="0">
                <a:solidFill>
                  <a:srgbClr val="800000"/>
                </a:solidFill>
                <a:latin typeface="Trebuchet MS" pitchFamily="34" charset="0"/>
              </a:rPr>
              <a:t>: mile2km </a:t>
            </a:r>
            <a:r>
              <a:rPr lang="en-US" altLang="en-US" sz="1600" dirty="0" err="1">
                <a:solidFill>
                  <a:srgbClr val="800000"/>
                </a:solidFill>
                <a:latin typeface="Trebuchet MS" pitchFamily="34" charset="0"/>
              </a:rPr>
              <a:t>거리</a:t>
            </a:r>
            <a:r>
              <a:rPr lang="en-US" altLang="en-US" sz="1600" dirty="0">
                <a:solidFill>
                  <a:srgbClr val="800000"/>
                </a:solidFill>
                <a:latin typeface="Trebuchet MS" pitchFamily="34" charset="0"/>
              </a:rPr>
              <a:t>\n"</a:t>
            </a:r>
            <a:r>
              <a:rPr lang="en-US" altLang="en-US" sz="1600" dirty="0">
                <a:latin typeface="Trebuchet MS" pitchFamily="34" charset="0"/>
              </a:rPr>
              <a:t>);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itchFamily="34" charset="0"/>
              </a:rPr>
              <a:t>		</a:t>
            </a:r>
            <a:r>
              <a:rPr lang="en-US" altLang="en-US" sz="1600" dirty="0">
                <a:solidFill>
                  <a:srgbClr val="0000FF"/>
                </a:solidFill>
                <a:latin typeface="Trebuchet MS" pitchFamily="34" charset="0"/>
              </a:rPr>
              <a:t>return</a:t>
            </a:r>
            <a:r>
              <a:rPr lang="en-US" altLang="en-US" sz="1600" dirty="0">
                <a:latin typeface="Trebuchet MS" pitchFamily="34" charset="0"/>
              </a:rPr>
              <a:t> 1;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itchFamily="34" charset="0"/>
              </a:rPr>
              <a:t>	}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itchFamily="34" charset="0"/>
              </a:rPr>
              <a:t>	mile = </a:t>
            </a:r>
            <a:r>
              <a:rPr lang="en-US" altLang="en-US" sz="1600" dirty="0" err="1">
                <a:latin typeface="Trebuchet MS" pitchFamily="34" charset="0"/>
              </a:rPr>
              <a:t>atof</a:t>
            </a:r>
            <a:r>
              <a:rPr lang="en-US" altLang="en-US" sz="1600" dirty="0">
                <a:latin typeface="Trebuchet MS" pitchFamily="34" charset="0"/>
              </a:rPr>
              <a:t>(</a:t>
            </a:r>
            <a:r>
              <a:rPr lang="en-US" altLang="en-US" sz="1600" dirty="0" err="1">
                <a:latin typeface="Trebuchet MS" pitchFamily="34" charset="0"/>
              </a:rPr>
              <a:t>argv</a:t>
            </a:r>
            <a:r>
              <a:rPr lang="en-US" altLang="en-US" sz="1600" dirty="0">
                <a:latin typeface="Trebuchet MS" pitchFamily="34" charset="0"/>
              </a:rPr>
              <a:t>[1]);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itchFamily="34" charset="0"/>
              </a:rPr>
              <a:t>	km = 1.609 * mile;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itchFamily="34" charset="0"/>
              </a:rPr>
              <a:t>	</a:t>
            </a:r>
            <a:r>
              <a:rPr lang="en-US" altLang="en-US" sz="1600" dirty="0" err="1">
                <a:latin typeface="Trebuchet MS" pitchFamily="34" charset="0"/>
              </a:rPr>
              <a:t>printf</a:t>
            </a:r>
            <a:r>
              <a:rPr lang="en-US" altLang="en-US" sz="1600" dirty="0">
                <a:latin typeface="Trebuchet MS" pitchFamily="34" charset="0"/>
              </a:rPr>
              <a:t>(</a:t>
            </a:r>
            <a:r>
              <a:rPr lang="en-US" altLang="en-US" sz="1600" dirty="0">
                <a:solidFill>
                  <a:srgbClr val="800000"/>
                </a:solidFill>
                <a:latin typeface="Trebuchet MS" pitchFamily="34" charset="0"/>
              </a:rPr>
              <a:t>"</a:t>
            </a:r>
            <a:r>
              <a:rPr lang="en-US" altLang="en-US" sz="1600" dirty="0" err="1">
                <a:solidFill>
                  <a:srgbClr val="800000"/>
                </a:solidFill>
                <a:latin typeface="Trebuchet MS" pitchFamily="34" charset="0"/>
              </a:rPr>
              <a:t>입력된</a:t>
            </a:r>
            <a:r>
              <a:rPr lang="en-US" altLang="en-US" sz="1600" dirty="0">
                <a:solidFill>
                  <a:srgbClr val="800000"/>
                </a:solidFill>
                <a:latin typeface="Trebuchet MS" pitchFamily="34" charset="0"/>
              </a:rPr>
              <a:t> </a:t>
            </a:r>
            <a:r>
              <a:rPr lang="en-US" altLang="en-US" sz="1600" dirty="0" err="1">
                <a:solidFill>
                  <a:srgbClr val="800000"/>
                </a:solidFill>
                <a:latin typeface="Trebuchet MS" pitchFamily="34" charset="0"/>
              </a:rPr>
              <a:t>거리는</a:t>
            </a:r>
            <a:r>
              <a:rPr lang="en-US" altLang="en-US" sz="1600" dirty="0">
                <a:solidFill>
                  <a:srgbClr val="800000"/>
                </a:solidFill>
                <a:latin typeface="Trebuchet MS" pitchFamily="34" charset="0"/>
              </a:rPr>
              <a:t> %f </a:t>
            </a:r>
            <a:r>
              <a:rPr lang="en-US" altLang="en-US" sz="1600" dirty="0" err="1">
                <a:solidFill>
                  <a:srgbClr val="800000"/>
                </a:solidFill>
                <a:latin typeface="Trebuchet MS" pitchFamily="34" charset="0"/>
              </a:rPr>
              <a:t>km입니다</a:t>
            </a:r>
            <a:r>
              <a:rPr lang="en-US" altLang="en-US" sz="1600" dirty="0">
                <a:solidFill>
                  <a:srgbClr val="800000"/>
                </a:solidFill>
                <a:latin typeface="Trebuchet MS" pitchFamily="34" charset="0"/>
              </a:rPr>
              <a:t>. \n"</a:t>
            </a:r>
            <a:r>
              <a:rPr lang="en-US" altLang="en-US" sz="1600" dirty="0">
                <a:latin typeface="Trebuchet MS" pitchFamily="34" charset="0"/>
              </a:rPr>
              <a:t>, km);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itchFamily="34" charset="0"/>
              </a:rPr>
              <a:t>	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en-US" sz="1600" dirty="0">
                <a:latin typeface="Trebuchet MS" pitchFamily="34" charset="0"/>
              </a:rPr>
              <a:t>	</a:t>
            </a:r>
            <a:r>
              <a:rPr lang="en-US" altLang="ko-KR" sz="1600" dirty="0">
                <a:solidFill>
                  <a:srgbClr val="0000FF"/>
                </a:solidFill>
                <a:latin typeface="Trebuchet MS" pitchFamily="34" charset="0"/>
              </a:rPr>
              <a:t>return 0;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ko-KR" sz="1600" dirty="0">
                <a:solidFill>
                  <a:srgbClr val="0000FF"/>
                </a:solidFill>
                <a:latin typeface="Trebuchet MS" pitchFamily="34" charset="0"/>
              </a:rPr>
              <a:t>}</a:t>
            </a:r>
            <a:endParaRPr lang="en-US" altLang="en-US" sz="1600" dirty="0">
              <a:solidFill>
                <a:srgbClr val="0000FF"/>
              </a:solidFill>
              <a:latin typeface="Trebuchet MS" pitchFamily="34" charset="0"/>
            </a:endParaRPr>
          </a:p>
        </p:txBody>
      </p:sp>
      <p:sp>
        <p:nvSpPr>
          <p:cNvPr id="34820" name="Rectangle 4"/>
          <p:cNvSpPr>
            <a:spLocks noChangeArrowheads="1"/>
          </p:cNvSpPr>
          <p:nvPr/>
        </p:nvSpPr>
        <p:spPr bwMode="auto">
          <a:xfrm>
            <a:off x="0" y="30257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34821" name="Rectangle 5"/>
          <p:cNvSpPr>
            <a:spLocks noChangeArrowheads="1"/>
          </p:cNvSpPr>
          <p:nvPr/>
        </p:nvSpPr>
        <p:spPr bwMode="auto">
          <a:xfrm>
            <a:off x="0" y="31273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34822" name="Rectangle 6"/>
          <p:cNvSpPr>
            <a:spLocks noChangeArrowheads="1"/>
          </p:cNvSpPr>
          <p:nvPr/>
        </p:nvSpPr>
        <p:spPr bwMode="auto">
          <a:xfrm>
            <a:off x="0" y="30908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34823" name="Rectangle 8"/>
          <p:cNvSpPr>
            <a:spLocks noChangeArrowheads="1"/>
          </p:cNvSpPr>
          <p:nvPr/>
        </p:nvSpPr>
        <p:spPr bwMode="auto">
          <a:xfrm>
            <a:off x="0" y="31337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34824" name="Rectangle 9"/>
          <p:cNvSpPr>
            <a:spLocks noChangeArrowheads="1"/>
          </p:cNvSpPr>
          <p:nvPr/>
        </p:nvSpPr>
        <p:spPr bwMode="auto">
          <a:xfrm>
            <a:off x="0" y="19272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34825" name="Rectangle 10"/>
          <p:cNvSpPr>
            <a:spLocks noChangeArrowheads="1"/>
          </p:cNvSpPr>
          <p:nvPr/>
        </p:nvSpPr>
        <p:spPr bwMode="auto">
          <a:xfrm>
            <a:off x="0" y="32575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34826" name="Rectangle 12"/>
          <p:cNvSpPr>
            <a:spLocks noChangeArrowheads="1"/>
          </p:cNvSpPr>
          <p:nvPr/>
        </p:nvSpPr>
        <p:spPr bwMode="auto">
          <a:xfrm>
            <a:off x="0" y="27209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90645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Lab12: </a:t>
            </a:r>
            <a:r>
              <a:rPr lang="ko-KR" altLang="en-US" dirty="0" smtClean="0"/>
              <a:t>덧셈프로그램</a:t>
            </a:r>
            <a:endParaRPr lang="en-US" altLang="ko-KR" dirty="0"/>
          </a:p>
        </p:txBody>
      </p:sp>
      <p:sp>
        <p:nvSpPr>
          <p:cNvPr id="34819" name="Rectangle 3"/>
          <p:cNvSpPr>
            <a:spLocks noChangeArrowheads="1"/>
          </p:cNvSpPr>
          <p:nvPr/>
        </p:nvSpPr>
        <p:spPr bwMode="auto">
          <a:xfrm>
            <a:off x="899592" y="1700808"/>
            <a:ext cx="7776864" cy="4814143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>
                      <a:alpha val="50000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ko-KR" altLang="en-US" sz="1600" dirty="0" smtClean="0">
                <a:solidFill>
                  <a:srgbClr val="0000FF"/>
                </a:solidFill>
                <a:latin typeface="Trebuchet MS" pitchFamily="34" charset="0"/>
              </a:rPr>
              <a:t>사용자로 </a:t>
            </a:r>
            <a:r>
              <a:rPr lang="ko-KR" altLang="en-US" sz="1600" dirty="0" err="1" smtClean="0">
                <a:solidFill>
                  <a:srgbClr val="0000FF"/>
                </a:solidFill>
                <a:latin typeface="Trebuchet MS" pitchFamily="34" charset="0"/>
              </a:rPr>
              <a:t>부터</a:t>
            </a:r>
            <a:r>
              <a:rPr lang="ko-KR" altLang="en-US" sz="1600" dirty="0" smtClean="0">
                <a:solidFill>
                  <a:srgbClr val="0000FF"/>
                </a:solidFill>
                <a:latin typeface="Trebuchet MS" pitchFamily="34" charset="0"/>
              </a:rPr>
              <a:t> </a:t>
            </a:r>
            <a:r>
              <a:rPr lang="en-US" altLang="ko-KR" sz="1600" dirty="0" smtClean="0">
                <a:solidFill>
                  <a:srgbClr val="0000FF"/>
                </a:solidFill>
                <a:latin typeface="Trebuchet MS" pitchFamily="34" charset="0"/>
              </a:rPr>
              <a:t>(</a:t>
            </a:r>
            <a:r>
              <a:rPr lang="en-US" altLang="ko-KR" sz="1600" dirty="0" err="1" smtClean="0">
                <a:solidFill>
                  <a:srgbClr val="0000FF"/>
                </a:solidFill>
                <a:latin typeface="Trebuchet MS" pitchFamily="34" charset="0"/>
              </a:rPr>
              <a:t>cmd</a:t>
            </a:r>
            <a:r>
              <a:rPr lang="en-US" altLang="ko-KR" sz="1600" dirty="0" smtClean="0">
                <a:solidFill>
                  <a:srgbClr val="0000FF"/>
                </a:solidFill>
                <a:latin typeface="Trebuchet MS" pitchFamily="34" charset="0"/>
              </a:rPr>
              <a:t> </a:t>
            </a:r>
            <a:r>
              <a:rPr lang="ko-KR" altLang="en-US" sz="1600" dirty="0" smtClean="0">
                <a:solidFill>
                  <a:srgbClr val="0000FF"/>
                </a:solidFill>
                <a:latin typeface="Trebuchet MS" pitchFamily="34" charset="0"/>
              </a:rPr>
              <a:t>창</a:t>
            </a:r>
            <a:r>
              <a:rPr lang="en-US" altLang="ko-KR" sz="1600" dirty="0" smtClean="0">
                <a:solidFill>
                  <a:srgbClr val="0000FF"/>
                </a:solidFill>
                <a:latin typeface="Trebuchet MS" pitchFamily="34" charset="0"/>
              </a:rPr>
              <a:t>) </a:t>
            </a:r>
            <a:r>
              <a:rPr lang="ko-KR" altLang="en-US" sz="1600" dirty="0" smtClean="0">
                <a:solidFill>
                  <a:srgbClr val="0000FF"/>
                </a:solidFill>
                <a:latin typeface="Trebuchet MS" pitchFamily="34" charset="0"/>
              </a:rPr>
              <a:t>두개의 숫자를 받아 덧셈 결과를 출력하는 프로그램을 작성하라</a:t>
            </a:r>
            <a:r>
              <a:rPr lang="en-US" altLang="ko-KR" sz="1600" dirty="0" smtClean="0">
                <a:solidFill>
                  <a:srgbClr val="0000FF"/>
                </a:solidFill>
                <a:latin typeface="Trebuchet MS" pitchFamily="34" charset="0"/>
              </a:rPr>
              <a:t>.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endParaRPr lang="en-US" altLang="en-US" sz="1600" dirty="0">
              <a:solidFill>
                <a:srgbClr val="0000FF"/>
              </a:solidFill>
              <a:latin typeface="Trebuchet MS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en-US" altLang="ko-KR" sz="1600" dirty="0" smtClean="0">
                <a:solidFill>
                  <a:srgbClr val="0000FF"/>
                </a:solidFill>
                <a:latin typeface="Trebuchet MS" pitchFamily="34" charset="0"/>
              </a:rPr>
              <a:t>c:&gt;myprog 10 20</a:t>
            </a:r>
            <a:endParaRPr lang="en-US" altLang="ko-KR" sz="1600" dirty="0">
              <a:solidFill>
                <a:srgbClr val="0000FF"/>
              </a:solidFill>
              <a:latin typeface="Trebuchet MS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Font typeface="Symbol" pitchFamily="18" charset="2"/>
              <a:buNone/>
            </a:pPr>
            <a:r>
              <a:rPr lang="ko-KR" altLang="en-US" sz="1600" dirty="0" smtClean="0">
                <a:solidFill>
                  <a:srgbClr val="0000FF"/>
                </a:solidFill>
                <a:latin typeface="Trebuchet MS" pitchFamily="34" charset="0"/>
              </a:rPr>
              <a:t>결과는 </a:t>
            </a:r>
            <a:r>
              <a:rPr lang="en-US" altLang="ko-KR" sz="1600" dirty="0" smtClean="0">
                <a:solidFill>
                  <a:srgbClr val="0000FF"/>
                </a:solidFill>
                <a:latin typeface="Trebuchet MS" pitchFamily="34" charset="0"/>
              </a:rPr>
              <a:t>30</a:t>
            </a:r>
            <a:r>
              <a:rPr lang="ko-KR" altLang="en-US" sz="1600" dirty="0" smtClean="0">
                <a:solidFill>
                  <a:srgbClr val="0000FF"/>
                </a:solidFill>
                <a:latin typeface="Trebuchet MS" pitchFamily="34" charset="0"/>
              </a:rPr>
              <a:t>입니다</a:t>
            </a:r>
            <a:r>
              <a:rPr lang="en-US" altLang="ko-KR" sz="1600" dirty="0" smtClean="0">
                <a:solidFill>
                  <a:srgbClr val="0000FF"/>
                </a:solidFill>
                <a:latin typeface="Trebuchet MS" pitchFamily="34" charset="0"/>
              </a:rPr>
              <a:t>.</a:t>
            </a:r>
            <a:endParaRPr lang="en-US" altLang="en-US" sz="1600" dirty="0">
              <a:solidFill>
                <a:srgbClr val="0000FF"/>
              </a:solidFill>
              <a:latin typeface="Trebuchet MS" pitchFamily="34" charset="0"/>
            </a:endParaRPr>
          </a:p>
        </p:txBody>
      </p:sp>
      <p:sp>
        <p:nvSpPr>
          <p:cNvPr id="34820" name="Rectangle 4"/>
          <p:cNvSpPr>
            <a:spLocks noChangeArrowheads="1"/>
          </p:cNvSpPr>
          <p:nvPr/>
        </p:nvSpPr>
        <p:spPr bwMode="auto">
          <a:xfrm>
            <a:off x="0" y="30257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34821" name="Rectangle 5"/>
          <p:cNvSpPr>
            <a:spLocks noChangeArrowheads="1"/>
          </p:cNvSpPr>
          <p:nvPr/>
        </p:nvSpPr>
        <p:spPr bwMode="auto">
          <a:xfrm>
            <a:off x="0" y="31273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34822" name="Rectangle 6"/>
          <p:cNvSpPr>
            <a:spLocks noChangeArrowheads="1"/>
          </p:cNvSpPr>
          <p:nvPr/>
        </p:nvSpPr>
        <p:spPr bwMode="auto">
          <a:xfrm>
            <a:off x="0" y="30908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34823" name="Rectangle 8"/>
          <p:cNvSpPr>
            <a:spLocks noChangeArrowheads="1"/>
          </p:cNvSpPr>
          <p:nvPr/>
        </p:nvSpPr>
        <p:spPr bwMode="auto">
          <a:xfrm>
            <a:off x="0" y="31337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34824" name="Rectangle 9"/>
          <p:cNvSpPr>
            <a:spLocks noChangeArrowheads="1"/>
          </p:cNvSpPr>
          <p:nvPr/>
        </p:nvSpPr>
        <p:spPr bwMode="auto">
          <a:xfrm>
            <a:off x="0" y="19272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34825" name="Rectangle 10"/>
          <p:cNvSpPr>
            <a:spLocks noChangeArrowheads="1"/>
          </p:cNvSpPr>
          <p:nvPr/>
        </p:nvSpPr>
        <p:spPr bwMode="auto">
          <a:xfrm>
            <a:off x="0" y="32575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34826" name="Rectangle 12"/>
          <p:cNvSpPr>
            <a:spLocks noChangeArrowheads="1"/>
          </p:cNvSpPr>
          <p:nvPr/>
        </p:nvSpPr>
        <p:spPr bwMode="auto">
          <a:xfrm>
            <a:off x="0" y="27209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41167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1260475" y="371475"/>
            <a:ext cx="7623175" cy="5715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ko-KR" sz="3600"/>
              <a:t>Q &amp; A</a:t>
            </a:r>
          </a:p>
        </p:txBody>
      </p:sp>
      <p:pic>
        <p:nvPicPr>
          <p:cNvPr id="35843" name="Picture 3" descr="MCj02406990000[1]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4688" y="1978025"/>
            <a:ext cx="2797175" cy="2024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4" name="Picture 4" descr="MCj04165020000[1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9913" y="2103438"/>
            <a:ext cx="1706562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가을">
  <a:themeElements>
    <a:clrScheme name="가을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가을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가을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2190</TotalTime>
  <Words>1666</Words>
  <Application>Microsoft Office PowerPoint</Application>
  <PresentationFormat>화면 슬라이드 쇼(4:3)</PresentationFormat>
  <Paragraphs>375</Paragraphs>
  <Slides>21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34" baseType="lpstr">
      <vt:lpstr>HY얕은샘물M</vt:lpstr>
      <vt:lpstr>HY엽서L</vt:lpstr>
      <vt:lpstr>굴림</vt:lpstr>
      <vt:lpstr>돋움체</vt:lpstr>
      <vt:lpstr>맑은 고딕</vt:lpstr>
      <vt:lpstr>새굴림</vt:lpstr>
      <vt:lpstr>Arial</vt:lpstr>
      <vt:lpstr>Calibri</vt:lpstr>
      <vt:lpstr>Symbol</vt:lpstr>
      <vt:lpstr>Trebuchet MS</vt:lpstr>
      <vt:lpstr>Tw Cen MT</vt:lpstr>
      <vt:lpstr>Wingdings</vt:lpstr>
      <vt:lpstr>가을</vt:lpstr>
      <vt:lpstr>제 14장 포인터 활용</vt:lpstr>
      <vt:lpstr>Lab 1: 이중 포인터</vt:lpstr>
      <vt:lpstr>Lab 2 : 이중 포인터</vt:lpstr>
      <vt:lpstr>Lab 3: 문자열 배열</vt:lpstr>
      <vt:lpstr>Lab 4: 함수포인터</vt:lpstr>
      <vt:lpstr>Lab 4: 함수포인터</vt:lpstr>
      <vt:lpstr>Lab 5: 함수포인터 배열 (코드 이해하기)</vt:lpstr>
      <vt:lpstr>Lab 5: 함수포인터 배열</vt:lpstr>
      <vt:lpstr>Lab 5: 함수포인터 배열</vt:lpstr>
      <vt:lpstr>Lab 5: 함수포인터 배열</vt:lpstr>
      <vt:lpstr>Lab 6: 인수로서의 함수포인터</vt:lpstr>
      <vt:lpstr>Lab 6: 인수로서의 함수포인터</vt:lpstr>
      <vt:lpstr>Lab 7: 포인터를 이용한 배열 원소 방문</vt:lpstr>
      <vt:lpstr>Lab 8: 포인터를 이용한 배열 원소 방문</vt:lpstr>
      <vt:lpstr>Lab 9 :void 포인터</vt:lpstr>
      <vt:lpstr>Lab 9 :void 포인터</vt:lpstr>
      <vt:lpstr>Lab 10  - 코드 이해하기</vt:lpstr>
      <vt:lpstr>Lab11: 프로그램 인수 사용하기</vt:lpstr>
      <vt:lpstr>Lab11: mile2km.c</vt:lpstr>
      <vt:lpstr>Lab12: 덧셈프로그램</vt:lpstr>
      <vt:lpstr>Q &amp; A</vt:lpstr>
    </vt:vector>
  </TitlesOfParts>
  <Company>web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11장 포인터</dc:title>
  <dc:creator>web</dc:creator>
  <cp:lastModifiedBy>jdonam</cp:lastModifiedBy>
  <cp:revision>305</cp:revision>
  <dcterms:created xsi:type="dcterms:W3CDTF">2007-11-08T01:24:05Z</dcterms:created>
  <dcterms:modified xsi:type="dcterms:W3CDTF">2026-05-26T02:01:45Z</dcterms:modified>
</cp:coreProperties>
</file>